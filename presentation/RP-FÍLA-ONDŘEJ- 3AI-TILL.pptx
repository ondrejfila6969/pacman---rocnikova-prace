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70" r:id="rId6"/>
    <p:sldId id="262" r:id="rId7"/>
    <p:sldId id="274" r:id="rId8"/>
    <p:sldId id="269" r:id="rId9"/>
    <p:sldId id="273" r:id="rId10"/>
    <p:sldId id="279" r:id="rId11"/>
    <p:sldId id="271" r:id="rId12"/>
    <p:sldId id="264" r:id="rId13"/>
    <p:sldId id="278" r:id="rId14"/>
    <p:sldId id="276" r:id="rId15"/>
    <p:sldId id="267" r:id="rId16"/>
    <p:sldId id="277" r:id="rId17"/>
    <p:sldId id="280" r:id="rId18"/>
    <p:sldId id="272" r:id="rId19"/>
    <p:sldId id="275" r:id="rId20"/>
    <p:sldId id="268" r:id="rId21"/>
    <p:sldId id="265" r:id="rId22"/>
    <p:sldId id="281" r:id="rId23"/>
    <p:sldId id="263" r:id="rId24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92" d="100"/>
          <a:sy n="92" d="100"/>
        </p:scale>
        <p:origin x="2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lze upravit styl předlohy.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10.04.2026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71309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10.04.2026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655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10.04.2026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57285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10.04.2026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26106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10.04.2026</a:t>
            </a:fld>
            <a:endParaRPr lang="cs-CZ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97578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10.04.2026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14983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10.04.2026</a:t>
            </a:fld>
            <a:endParaRPr lang="cs-CZ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73794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10.04.2026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04307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10.04.2026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88594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10.04.2026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07188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10.04.2026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55787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3A43DF-04A3-4662-88CA-28FDED1CFC09}" type="datetimeFigureOut">
              <a:rPr lang="cs-CZ" smtClean="0"/>
              <a:t>10.04.2026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64252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svg"/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12" Type="http://schemas.openxmlformats.org/officeDocument/2006/relationships/image" Target="../media/image12.svg"/><Relationship Id="rId2" Type="http://schemas.openxmlformats.org/officeDocument/2006/relationships/image" Target="../media/image2.png"/><Relationship Id="rId16" Type="http://schemas.openxmlformats.org/officeDocument/2006/relationships/image" Target="../media/image16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png"/><Relationship Id="rId15" Type="http://schemas.openxmlformats.org/officeDocument/2006/relationships/image" Target="../media/image15.svg"/><Relationship Id="rId10" Type="http://schemas.openxmlformats.org/officeDocument/2006/relationships/image" Target="../media/image10.svg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openxmlformats.org/officeDocument/2006/relationships/image" Target="../media/image14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8.png"/><Relationship Id="rId7" Type="http://schemas.openxmlformats.org/officeDocument/2006/relationships/image" Target="../media/image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11" Type="http://schemas.openxmlformats.org/officeDocument/2006/relationships/image" Target="../media/image21.svg"/><Relationship Id="rId5" Type="http://schemas.openxmlformats.org/officeDocument/2006/relationships/image" Target="../media/image20.svg"/><Relationship Id="rId10" Type="http://schemas.openxmlformats.org/officeDocument/2006/relationships/image" Target="../media/image6.png"/><Relationship Id="rId4" Type="http://schemas.openxmlformats.org/officeDocument/2006/relationships/image" Target="../media/image19.png"/><Relationship Id="rId9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3.png"/><Relationship Id="rId7" Type="http://schemas.openxmlformats.org/officeDocument/2006/relationships/image" Target="../media/image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11" Type="http://schemas.openxmlformats.org/officeDocument/2006/relationships/image" Target="../media/image26.svg"/><Relationship Id="rId5" Type="http://schemas.openxmlformats.org/officeDocument/2006/relationships/image" Target="../media/image25.png"/><Relationship Id="rId10" Type="http://schemas.openxmlformats.org/officeDocument/2006/relationships/image" Target="../media/image6.png"/><Relationship Id="rId4" Type="http://schemas.openxmlformats.org/officeDocument/2006/relationships/image" Target="../media/image24.png"/><Relationship Id="rId9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8.png"/><Relationship Id="rId7" Type="http://schemas.openxmlformats.org/officeDocument/2006/relationships/image" Target="../media/image2.png"/><Relationship Id="rId12" Type="http://schemas.openxmlformats.org/officeDocument/2006/relationships/image" Target="../media/image26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6.png"/><Relationship Id="rId5" Type="http://schemas.openxmlformats.org/officeDocument/2006/relationships/image" Target="../media/image30.png"/><Relationship Id="rId10" Type="http://schemas.openxmlformats.org/officeDocument/2006/relationships/image" Target="../media/image5.png"/><Relationship Id="rId4" Type="http://schemas.openxmlformats.org/officeDocument/2006/relationships/image" Target="../media/image29.png"/><Relationship Id="rId9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3.png"/><Relationship Id="rId7" Type="http://schemas.openxmlformats.org/officeDocument/2006/relationships/image" Target="../media/image5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34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36.png"/><Relationship Id="rId7" Type="http://schemas.openxmlformats.org/officeDocument/2006/relationships/image" Target="../media/image4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image" Target="../media/image34.svg"/><Relationship Id="rId5" Type="http://schemas.openxmlformats.org/officeDocument/2006/relationships/image" Target="../media/image2.png"/><Relationship Id="rId10" Type="http://schemas.openxmlformats.org/officeDocument/2006/relationships/image" Target="../media/image38.png"/><Relationship Id="rId4" Type="http://schemas.openxmlformats.org/officeDocument/2006/relationships/image" Target="../media/image37.png"/><Relationship Id="rId9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40.png"/><Relationship Id="rId7" Type="http://schemas.openxmlformats.org/officeDocument/2006/relationships/image" Target="../media/image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10" Type="http://schemas.openxmlformats.org/officeDocument/2006/relationships/image" Target="../media/image42.svg"/><Relationship Id="rId4" Type="http://schemas.openxmlformats.org/officeDocument/2006/relationships/image" Target="../media/image41.png"/><Relationship Id="rId9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42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46.png"/><Relationship Id="rId7" Type="http://schemas.openxmlformats.org/officeDocument/2006/relationships/image" Target="../media/image4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image" Target="../media/image42.svg"/><Relationship Id="rId5" Type="http://schemas.openxmlformats.org/officeDocument/2006/relationships/image" Target="../media/image2.png"/><Relationship Id="rId10" Type="http://schemas.openxmlformats.org/officeDocument/2006/relationships/image" Target="../media/image48.png"/><Relationship Id="rId4" Type="http://schemas.openxmlformats.org/officeDocument/2006/relationships/image" Target="../media/image47.png"/><Relationship Id="rId9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50.png"/><Relationship Id="rId7" Type="http://schemas.openxmlformats.org/officeDocument/2006/relationships/image" Target="../media/image4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10" Type="http://schemas.openxmlformats.org/officeDocument/2006/relationships/image" Target="../media/image52.svg"/><Relationship Id="rId4" Type="http://schemas.openxmlformats.org/officeDocument/2006/relationships/image" Target="../media/image51.png"/><Relationship Id="rId9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3.png"/><Relationship Id="rId7" Type="http://schemas.openxmlformats.org/officeDocument/2006/relationships/image" Target="../media/image5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56.svg"/><Relationship Id="rId4" Type="http://schemas.openxmlformats.org/officeDocument/2006/relationships/image" Target="../media/image4.png"/><Relationship Id="rId9" Type="http://schemas.openxmlformats.org/officeDocument/2006/relationships/image" Target="../media/image5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3.png"/><Relationship Id="rId7" Type="http://schemas.openxmlformats.org/officeDocument/2006/relationships/image" Target="../media/image5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56.svg"/><Relationship Id="rId4" Type="http://schemas.openxmlformats.org/officeDocument/2006/relationships/image" Target="../media/image4.png"/><Relationship Id="rId9" Type="http://schemas.openxmlformats.org/officeDocument/2006/relationships/image" Target="../media/image5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3.png"/><Relationship Id="rId7" Type="http://schemas.openxmlformats.org/officeDocument/2006/relationships/image" Target="../media/image6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56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svg"/><Relationship Id="rId3" Type="http://schemas.openxmlformats.org/officeDocument/2006/relationships/image" Target="../media/image3.png"/><Relationship Id="rId7" Type="http://schemas.openxmlformats.org/officeDocument/2006/relationships/image" Target="../media/image6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3.png"/><Relationship Id="rId7" Type="http://schemas.openxmlformats.org/officeDocument/2006/relationships/image" Target="../media/image6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63.svg"/><Relationship Id="rId5" Type="http://schemas.openxmlformats.org/officeDocument/2006/relationships/image" Target="../media/image5.png"/><Relationship Id="rId10" Type="http://schemas.openxmlformats.org/officeDocument/2006/relationships/image" Target="../media/image66.png"/><Relationship Id="rId4" Type="http://schemas.openxmlformats.org/officeDocument/2006/relationships/image" Target="../media/image4.png"/><Relationship Id="rId9" Type="http://schemas.openxmlformats.org/officeDocument/2006/relationships/image" Target="../media/image6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3.png"/><Relationship Id="rId7" Type="http://schemas.openxmlformats.org/officeDocument/2006/relationships/image" Target="../media/image6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69.png"/><Relationship Id="rId4" Type="http://schemas.openxmlformats.org/officeDocument/2006/relationships/image" Target="../media/image4.png"/><Relationship Id="rId9" Type="http://schemas.openxmlformats.org/officeDocument/2006/relationships/image" Target="../media/image6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71.png"/><Relationship Id="rId7" Type="http://schemas.openxmlformats.org/officeDocument/2006/relationships/image" Target="../media/image4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10" Type="http://schemas.openxmlformats.org/officeDocument/2006/relationships/image" Target="../media/image63.svg"/><Relationship Id="rId4" Type="http://schemas.openxmlformats.org/officeDocument/2006/relationships/image" Target="../media/image72.png"/><Relationship Id="rId9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74.png"/><Relationship Id="rId7" Type="http://schemas.openxmlformats.org/officeDocument/2006/relationships/image" Target="../media/image5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76.png"/><Relationship Id="rId5" Type="http://schemas.openxmlformats.org/officeDocument/2006/relationships/image" Target="../media/image3.png"/><Relationship Id="rId10" Type="http://schemas.openxmlformats.org/officeDocument/2006/relationships/image" Target="../media/image63.svg"/><Relationship Id="rId4" Type="http://schemas.openxmlformats.org/officeDocument/2006/relationships/image" Target="../media/image2.png"/><Relationship Id="rId9" Type="http://schemas.openxmlformats.org/officeDocument/2006/relationships/image" Target="../media/image7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78.png"/><Relationship Id="rId7" Type="http://schemas.openxmlformats.org/officeDocument/2006/relationships/image" Target="../media/image3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11" Type="http://schemas.openxmlformats.org/officeDocument/2006/relationships/image" Target="../media/image81.svg"/><Relationship Id="rId5" Type="http://schemas.openxmlformats.org/officeDocument/2006/relationships/image" Target="../media/image80.svg"/><Relationship Id="rId10" Type="http://schemas.openxmlformats.org/officeDocument/2006/relationships/image" Target="../media/image6.png"/><Relationship Id="rId4" Type="http://schemas.openxmlformats.org/officeDocument/2006/relationships/image" Target="../media/image79.svg"/><Relationship Id="rId9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5.svg"/><Relationship Id="rId4" Type="http://schemas.openxmlformats.org/officeDocument/2006/relationships/image" Target="../media/image3.png"/><Relationship Id="rId9" Type="http://schemas.openxmlformats.org/officeDocument/2006/relationships/image" Target="../media/image8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doublegames.tv/snowy-space-trip.html" TargetMode="External"/><Relationship Id="rId3" Type="http://schemas.openxmlformats.org/officeDocument/2006/relationships/hyperlink" Target="https://www.svgrepo.com/vectors/" TargetMode="External"/><Relationship Id="rId7" Type="http://schemas.openxmlformats.org/officeDocument/2006/relationships/hyperlink" Target="https://i.ytimg.com/vi/r_9hCUx8ScI/sddefault.jpg" TargetMode="External"/><Relationship Id="rId2" Type="http://schemas.openxmlformats.org/officeDocument/2006/relationships/hyperlink" Target="https://www.alza.cz/gaming/pac-man-historie-hry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reddit.com/r/PixelArt/comments/9it96v/oc_pacman_multiplayer_revampredesign/?rdt=61387" TargetMode="External"/><Relationship Id="rId5" Type="http://schemas.openxmlformats.org/officeDocument/2006/relationships/hyperlink" Target="https://github.com/piskelapp" TargetMode="External"/><Relationship Id="rId10" Type="http://schemas.openxmlformats.org/officeDocument/2006/relationships/image" Target="../media/image86.svg"/><Relationship Id="rId4" Type="http://schemas.openxmlformats.org/officeDocument/2006/relationships/hyperlink" Target="https://www.clay.com/dossier/suno-funding" TargetMode="External"/><Relationship Id="rId9" Type="http://schemas.openxmlformats.org/officeDocument/2006/relationships/hyperlink" Target="https://chatgpt.com/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video game graphics with colorful characters&#10;&#10;AI-generated content may be incorrect.">
            <a:extLst>
              <a:ext uri="{FF2B5EF4-FFF2-40B4-BE49-F238E27FC236}">
                <a16:creationId xmlns:a16="http://schemas.microsoft.com/office/drawing/2014/main" id="{A2AF3301-68D5-56B3-FED4-DCC92FAD7AD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cs-CZ" dirty="0">
                <a:solidFill>
                  <a:srgbClr val="FFFFFF"/>
                </a:solidFill>
              </a:rPr>
              <a:t>Pac-Man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cs-CZ">
                <a:solidFill>
                  <a:srgbClr val="FFFFFF"/>
                </a:solidFill>
              </a:rPr>
              <a:t>Ondřej Fíla 3.Ai</a:t>
            </a:r>
          </a:p>
        </p:txBody>
      </p:sp>
    </p:spTree>
    <p:extLst>
      <p:ext uri="{BB962C8B-B14F-4D97-AF65-F5344CB8AC3E}">
        <p14:creationId xmlns:p14="http://schemas.microsoft.com/office/powerpoint/2010/main" val="37995230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29350CF0-FF1D-DBB2-E885-0E9033812918}"/>
              </a:ext>
            </a:extLst>
          </p:cNvPr>
          <p:cNvSpPr/>
          <p:nvPr/>
        </p:nvSpPr>
        <p:spPr>
          <a:xfrm>
            <a:off x="-390471" y="594394"/>
            <a:ext cx="2966523" cy="78658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2E1ABD5-11FC-564C-4437-62EBE1F62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5958"/>
            <a:ext cx="10515600" cy="1325563"/>
          </a:xfrm>
        </p:spPr>
        <p:txBody>
          <a:bodyPr/>
          <a:lstStyle/>
          <a:p>
            <a:r>
              <a:rPr lang="cs-CZ" dirty="0">
                <a:solidFill>
                  <a:schemeClr val="bg1"/>
                </a:solidFill>
              </a:rPr>
              <a:t>Obsah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60086E3-24AB-E9DF-1CB0-244EC35D325F}"/>
              </a:ext>
            </a:extLst>
          </p:cNvPr>
          <p:cNvGrpSpPr/>
          <p:nvPr/>
        </p:nvGrpSpPr>
        <p:grpSpPr>
          <a:xfrm>
            <a:off x="-13881" y="5077328"/>
            <a:ext cx="12205881" cy="1780672"/>
            <a:chOff x="-13881" y="5077328"/>
            <a:chExt cx="12205881" cy="1780672"/>
          </a:xfrm>
        </p:grpSpPr>
        <p:sp>
          <p:nvSpPr>
            <p:cNvPr id="5" name="Obdélník 21">
              <a:extLst>
                <a:ext uri="{FF2B5EF4-FFF2-40B4-BE49-F238E27FC236}">
                  <a16:creationId xmlns:a16="http://schemas.microsoft.com/office/drawing/2014/main" id="{F623778C-DBE2-673E-D563-94779B08EA8C}"/>
                </a:ext>
              </a:extLst>
            </p:cNvPr>
            <p:cNvSpPr/>
            <p:nvPr/>
          </p:nvSpPr>
          <p:spPr>
            <a:xfrm>
              <a:off x="-13881" y="5639303"/>
              <a:ext cx="12205881" cy="1218697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  <p:pic>
          <p:nvPicPr>
            <p:cNvPr id="6" name="Obrázek 22" descr="Obsah obrázku kruh, žlutá, Grafika, Barevnost&#10;&#10;Obsah generovaný pomocí AI může být nesprávný.">
              <a:extLst>
                <a:ext uri="{FF2B5EF4-FFF2-40B4-BE49-F238E27FC236}">
                  <a16:creationId xmlns:a16="http://schemas.microsoft.com/office/drawing/2014/main" id="{56975F3C-5FED-3EBF-EC62-DF38F263AC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49337" y="5077328"/>
              <a:ext cx="1065563" cy="1123950"/>
            </a:xfrm>
            <a:prstGeom prst="rect">
              <a:avLst/>
            </a:prstGeom>
          </p:spPr>
        </p:pic>
      </p:grpSp>
      <p:pic>
        <p:nvPicPr>
          <p:cNvPr id="17" name="Picture 16" descr="A cartoon face with blue eyes and black squares&#10;&#10;AI-generated content may be incorrect.">
            <a:extLst>
              <a:ext uri="{FF2B5EF4-FFF2-40B4-BE49-F238E27FC236}">
                <a16:creationId xmlns:a16="http://schemas.microsoft.com/office/drawing/2014/main" id="{91E36839-DA42-C48D-29A0-8ACBBF0044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853" y="5719693"/>
            <a:ext cx="1065563" cy="1065563"/>
          </a:xfrm>
          <a:prstGeom prst="rect">
            <a:avLst/>
          </a:prstGeom>
        </p:spPr>
      </p:pic>
      <p:pic>
        <p:nvPicPr>
          <p:cNvPr id="19" name="Picture 18" descr="A blue and black pixelated cartoon character&#10;&#10;AI-generated content may be incorrect.">
            <a:extLst>
              <a:ext uri="{FF2B5EF4-FFF2-40B4-BE49-F238E27FC236}">
                <a16:creationId xmlns:a16="http://schemas.microsoft.com/office/drawing/2014/main" id="{73EF2281-25A9-4570-F02D-70B7A0DC2C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8584" y="5719693"/>
            <a:ext cx="1065563" cy="1065563"/>
          </a:xfrm>
          <a:prstGeom prst="rect">
            <a:avLst/>
          </a:prstGeom>
        </p:spPr>
      </p:pic>
      <p:pic>
        <p:nvPicPr>
          <p:cNvPr id="22" name="Picture 21" descr="A pink and black cartoon character&#10;&#10;AI-generated content may be incorrect.">
            <a:extLst>
              <a:ext uri="{FF2B5EF4-FFF2-40B4-BE49-F238E27FC236}">
                <a16:creationId xmlns:a16="http://schemas.microsoft.com/office/drawing/2014/main" id="{7CC0AC51-EDDE-E5DF-CB1C-59971105A27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0628" y="5712043"/>
            <a:ext cx="1065563" cy="1065563"/>
          </a:xfrm>
          <a:prstGeom prst="rect">
            <a:avLst/>
          </a:prstGeom>
        </p:spPr>
      </p:pic>
      <p:pic>
        <p:nvPicPr>
          <p:cNvPr id="15" name="Content Placeholder 14" descr="A red and black cartoon character&#10;&#10;AI-generated content may be incorrect.">
            <a:extLst>
              <a:ext uri="{FF2B5EF4-FFF2-40B4-BE49-F238E27FC236}">
                <a16:creationId xmlns:a16="http://schemas.microsoft.com/office/drawing/2014/main" id="{0B80C586-1885-ADB0-D328-275F49C427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807" y="5712044"/>
            <a:ext cx="1065564" cy="1065566"/>
          </a:xfr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75DBF536-840C-49E4-6E08-1C4E2C3107DB}"/>
              </a:ext>
            </a:extLst>
          </p:cNvPr>
          <p:cNvSpPr/>
          <p:nvPr/>
        </p:nvSpPr>
        <p:spPr>
          <a:xfrm>
            <a:off x="3664734" y="6099585"/>
            <a:ext cx="383458" cy="393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13A5E65-6C14-8039-1195-19DE35BB53F8}"/>
              </a:ext>
            </a:extLst>
          </p:cNvPr>
          <p:cNvSpPr/>
          <p:nvPr/>
        </p:nvSpPr>
        <p:spPr>
          <a:xfrm>
            <a:off x="4547650" y="6099585"/>
            <a:ext cx="383458" cy="393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CAA3D98-968A-09F6-1E6E-8535448DFA77}"/>
              </a:ext>
            </a:extLst>
          </p:cNvPr>
          <p:cNvSpPr/>
          <p:nvPr/>
        </p:nvSpPr>
        <p:spPr>
          <a:xfrm>
            <a:off x="7260891" y="6099585"/>
            <a:ext cx="383458" cy="393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05F6C2F-0873-05BE-8931-7524293F0D3B}"/>
              </a:ext>
            </a:extLst>
          </p:cNvPr>
          <p:cNvSpPr/>
          <p:nvPr/>
        </p:nvSpPr>
        <p:spPr>
          <a:xfrm>
            <a:off x="8143807" y="6099585"/>
            <a:ext cx="383458" cy="393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4" name="Graphic 3" descr="Hourglass Finished with solid fill">
            <a:extLst>
              <a:ext uri="{FF2B5EF4-FFF2-40B4-BE49-F238E27FC236}">
                <a16:creationId xmlns:a16="http://schemas.microsoft.com/office/drawing/2014/main" id="{17372888-3A47-05B5-1BB8-1B8A35C0B1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47331" y="2205269"/>
            <a:ext cx="1135194" cy="1135194"/>
          </a:xfrm>
          <a:prstGeom prst="rect">
            <a:avLst/>
          </a:prstGeom>
        </p:spPr>
      </p:pic>
      <p:pic>
        <p:nvPicPr>
          <p:cNvPr id="9" name="Graphic 8" descr="Internet with solid fill">
            <a:extLst>
              <a:ext uri="{FF2B5EF4-FFF2-40B4-BE49-F238E27FC236}">
                <a16:creationId xmlns:a16="http://schemas.microsoft.com/office/drawing/2014/main" id="{B306AAFE-6021-0C84-BC10-7BDB9C2F76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96428" y="2084943"/>
            <a:ext cx="1478275" cy="1478275"/>
          </a:xfrm>
          <a:prstGeom prst="rect">
            <a:avLst/>
          </a:prstGeom>
        </p:spPr>
      </p:pic>
      <p:pic>
        <p:nvPicPr>
          <p:cNvPr id="11" name="Graphic 10" descr="Game controller with solid fill">
            <a:extLst>
              <a:ext uri="{FF2B5EF4-FFF2-40B4-BE49-F238E27FC236}">
                <a16:creationId xmlns:a16="http://schemas.microsoft.com/office/drawing/2014/main" id="{30516D77-8FB1-2894-B0DE-C8C0FB968D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288607" y="2166561"/>
            <a:ext cx="1255520" cy="1255520"/>
          </a:xfrm>
          <a:prstGeom prst="rect">
            <a:avLst/>
          </a:prstGeom>
        </p:spPr>
      </p:pic>
      <p:pic>
        <p:nvPicPr>
          <p:cNvPr id="13" name="Graphic 12" descr="Map with pin with solid fill">
            <a:extLst>
              <a:ext uri="{FF2B5EF4-FFF2-40B4-BE49-F238E27FC236}">
                <a16:creationId xmlns:a16="http://schemas.microsoft.com/office/drawing/2014/main" id="{157DDF98-C362-7EA0-CAA0-56A646788C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92632" y="2105518"/>
            <a:ext cx="1255520" cy="1255520"/>
          </a:xfrm>
          <a:prstGeom prst="rect">
            <a:avLst/>
          </a:prstGeom>
        </p:spPr>
      </p:pic>
      <p:pic>
        <p:nvPicPr>
          <p:cNvPr id="18" name="Graphic 17" descr="Wrench with solid fill">
            <a:extLst>
              <a:ext uri="{FF2B5EF4-FFF2-40B4-BE49-F238E27FC236}">
                <a16:creationId xmlns:a16="http://schemas.microsoft.com/office/drawing/2014/main" id="{296E1311-D93D-D779-21AE-1A4DC2D60B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244212" y="2301099"/>
            <a:ext cx="1014867" cy="1014867"/>
          </a:xfrm>
          <a:prstGeom prst="rect">
            <a:avLst/>
          </a:prstGeom>
        </p:spPr>
      </p:pic>
      <p:pic>
        <p:nvPicPr>
          <p:cNvPr id="21" name="Graphic 20" descr="Evening Moon with solid fill">
            <a:extLst>
              <a:ext uri="{FF2B5EF4-FFF2-40B4-BE49-F238E27FC236}">
                <a16:creationId xmlns:a16="http://schemas.microsoft.com/office/drawing/2014/main" id="{333F85AE-E320-67E3-BC98-B69673686A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590990" y="2105518"/>
            <a:ext cx="1255520" cy="1255520"/>
          </a:xfrm>
          <a:prstGeom prst="rect">
            <a:avLst/>
          </a:prstGeom>
        </p:spPr>
      </p:pic>
      <p:pic>
        <p:nvPicPr>
          <p:cNvPr id="24" name="Graphic 23" descr="Pointed Hat with solid fill">
            <a:extLst>
              <a:ext uri="{FF2B5EF4-FFF2-40B4-BE49-F238E27FC236}">
                <a16:creationId xmlns:a16="http://schemas.microsoft.com/office/drawing/2014/main" id="{FB2811FE-F184-BB34-A325-3B3CA4B978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346893" y="2084943"/>
            <a:ext cx="1255520" cy="1255520"/>
          </a:xfrm>
          <a:prstGeom prst="rect">
            <a:avLst/>
          </a:prstGeom>
        </p:spPr>
      </p:pic>
      <p:pic>
        <p:nvPicPr>
          <p:cNvPr id="30" name="Graphic 29" descr="Ghost with solid fill">
            <a:extLst>
              <a:ext uri="{FF2B5EF4-FFF2-40B4-BE49-F238E27FC236}">
                <a16:creationId xmlns:a16="http://schemas.microsoft.com/office/drawing/2014/main" id="{F6AE601B-B513-E7B8-ECF2-0DD433752B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901154" y="3126601"/>
            <a:ext cx="1014867" cy="101486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76B32C3-B880-B795-29F5-920B3B015179}"/>
              </a:ext>
            </a:extLst>
          </p:cNvPr>
          <p:cNvSpPr txBox="1"/>
          <p:nvPr/>
        </p:nvSpPr>
        <p:spPr>
          <a:xfrm>
            <a:off x="469582" y="3361038"/>
            <a:ext cx="700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/>
              <a:t>Úvod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770741-4985-2E72-EFDC-CA55287AEE17}"/>
              </a:ext>
            </a:extLst>
          </p:cNvPr>
          <p:cNvSpPr txBox="1"/>
          <p:nvPr/>
        </p:nvSpPr>
        <p:spPr>
          <a:xfrm>
            <a:off x="1601010" y="3280108"/>
            <a:ext cx="14782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dirty="0"/>
              <a:t>Použité technologie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393438-7CEA-582F-FF26-ADC475B5DF70}"/>
              </a:ext>
            </a:extLst>
          </p:cNvPr>
          <p:cNvSpPr txBox="1"/>
          <p:nvPr/>
        </p:nvSpPr>
        <p:spPr>
          <a:xfrm>
            <a:off x="3292068" y="3251627"/>
            <a:ext cx="1256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/>
              <a:t>Průběh hry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8551BB-727C-1157-D87A-1F86E038A0E2}"/>
              </a:ext>
            </a:extLst>
          </p:cNvPr>
          <p:cNvSpPr txBox="1"/>
          <p:nvPr/>
        </p:nvSpPr>
        <p:spPr>
          <a:xfrm>
            <a:off x="4761541" y="3264703"/>
            <a:ext cx="1326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/>
              <a:t>Herní mapy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45EF0C-144D-2E27-7EA1-F8B210BAAA80}"/>
              </a:ext>
            </a:extLst>
          </p:cNvPr>
          <p:cNvSpPr txBox="1"/>
          <p:nvPr/>
        </p:nvSpPr>
        <p:spPr>
          <a:xfrm>
            <a:off x="6301800" y="3199860"/>
            <a:ext cx="13457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dirty="0"/>
              <a:t>Speciální schopnosti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46F40E-3D73-95A3-9620-636FD144E96B}"/>
              </a:ext>
            </a:extLst>
          </p:cNvPr>
          <p:cNvSpPr txBox="1"/>
          <p:nvPr/>
        </p:nvSpPr>
        <p:spPr>
          <a:xfrm>
            <a:off x="7935303" y="4119499"/>
            <a:ext cx="106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/>
              <a:t>Duchové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AD92A4-8DBC-7C72-31F2-CAD87BB46460}"/>
              </a:ext>
            </a:extLst>
          </p:cNvPr>
          <p:cNvSpPr txBox="1"/>
          <p:nvPr/>
        </p:nvSpPr>
        <p:spPr>
          <a:xfrm>
            <a:off x="8979415" y="3301754"/>
            <a:ext cx="1508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/>
              <a:t>Problematika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1BCE416-BCBE-7BBD-3BF2-85E3D6BCC0D9}"/>
              </a:ext>
            </a:extLst>
          </p:cNvPr>
          <p:cNvSpPr txBox="1"/>
          <p:nvPr/>
        </p:nvSpPr>
        <p:spPr>
          <a:xfrm>
            <a:off x="10314038" y="3338359"/>
            <a:ext cx="1877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dirty="0"/>
              <a:t>Závěr +Návrhy</a:t>
            </a:r>
          </a:p>
        </p:txBody>
      </p:sp>
      <p:pic>
        <p:nvPicPr>
          <p:cNvPr id="31" name="Graphic 30">
            <a:extLst>
              <a:ext uri="{FF2B5EF4-FFF2-40B4-BE49-F238E27FC236}">
                <a16:creationId xmlns:a16="http://schemas.microsoft.com/office/drawing/2014/main" id="{BDAAEAEE-B5B7-6547-659B-F05E0FFD87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900095" y="1791548"/>
            <a:ext cx="1016984" cy="1016984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135F7D6D-8630-B6E0-1FD1-DDA3B48B12AD}"/>
              </a:ext>
            </a:extLst>
          </p:cNvPr>
          <p:cNvSpPr txBox="1"/>
          <p:nvPr/>
        </p:nvSpPr>
        <p:spPr>
          <a:xfrm>
            <a:off x="7873970" y="2826276"/>
            <a:ext cx="1066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/>
              <a:t>Pac-Man</a:t>
            </a:r>
          </a:p>
        </p:txBody>
      </p:sp>
      <p:pic>
        <p:nvPicPr>
          <p:cNvPr id="36" name="Graphic 35" descr="Earth globe: Africa and Europe with solid fill">
            <a:extLst>
              <a:ext uri="{FF2B5EF4-FFF2-40B4-BE49-F238E27FC236}">
                <a16:creationId xmlns:a16="http://schemas.microsoft.com/office/drawing/2014/main" id="{30ACDC67-D385-03A0-F0E3-B9F165B8C9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2382" y="54195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576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B9D6F9D-23C0-E3C9-F350-F312C927D490}"/>
              </a:ext>
            </a:extLst>
          </p:cNvPr>
          <p:cNvSpPr/>
          <p:nvPr/>
        </p:nvSpPr>
        <p:spPr>
          <a:xfrm>
            <a:off x="-390470" y="594394"/>
            <a:ext cx="2727352" cy="78658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A44D830B-EFDF-43D6-6873-8A6A05D55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623" y="353685"/>
            <a:ext cx="10724535" cy="1325563"/>
          </a:xfrm>
        </p:spPr>
        <p:txBody>
          <a:bodyPr/>
          <a:lstStyle/>
          <a:p>
            <a:r>
              <a:rPr lang="cs-CZ" dirty="0">
                <a:solidFill>
                  <a:schemeClr val="bg1"/>
                </a:solidFill>
              </a:rPr>
              <a:t>  Úvod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8E3365AC-C8DB-A397-55CE-69C9294AA8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48299" y="1201808"/>
            <a:ext cx="3163078" cy="40668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F35C380-E82D-1A87-C922-FAA831E95C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430" y="1249035"/>
            <a:ext cx="2727352" cy="349636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3B874DA-4056-435D-3660-384652792C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623" y="1738950"/>
            <a:ext cx="3712519" cy="2475786"/>
          </a:xfrm>
          <a:prstGeom prst="rect">
            <a:avLst/>
          </a:prstGeom>
          <a:effectLst>
            <a:outerShdw blurRad="50800" dist="50800" dir="5400000" sx="102000" sy="102000" algn="ctr" rotWithShape="0">
              <a:srgbClr val="000000">
                <a:alpha val="90000"/>
              </a:srgbClr>
            </a:outerShdw>
          </a:effectLst>
        </p:spPr>
      </p:pic>
      <p:pic>
        <p:nvPicPr>
          <p:cNvPr id="15" name="Graphic 14" descr="Daily calendar with solid fill">
            <a:extLst>
              <a:ext uri="{FF2B5EF4-FFF2-40B4-BE49-F238E27FC236}">
                <a16:creationId xmlns:a16="http://schemas.microsoft.com/office/drawing/2014/main" id="{E829CD96-4116-6873-2A3B-3B59F2B23E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5728" y="4259765"/>
            <a:ext cx="914400" cy="914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57F691B-6566-1BB6-46F0-954C555EEE15}"/>
              </a:ext>
            </a:extLst>
          </p:cNvPr>
          <p:cNvSpPr txBox="1"/>
          <p:nvPr/>
        </p:nvSpPr>
        <p:spPr>
          <a:xfrm>
            <a:off x="1761916" y="4483794"/>
            <a:ext cx="19419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800" dirty="0"/>
              <a:t>22.5.1980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7E02D8A-21DD-82DA-4149-18366B73B7C4}"/>
              </a:ext>
            </a:extLst>
          </p:cNvPr>
          <p:cNvGrpSpPr/>
          <p:nvPr/>
        </p:nvGrpSpPr>
        <p:grpSpPr>
          <a:xfrm>
            <a:off x="-13881" y="5077328"/>
            <a:ext cx="12205881" cy="1780672"/>
            <a:chOff x="-13881" y="5077328"/>
            <a:chExt cx="12205881" cy="1780672"/>
          </a:xfrm>
        </p:grpSpPr>
        <p:sp>
          <p:nvSpPr>
            <p:cNvPr id="10" name="Obdélník 21">
              <a:extLst>
                <a:ext uri="{FF2B5EF4-FFF2-40B4-BE49-F238E27FC236}">
                  <a16:creationId xmlns:a16="http://schemas.microsoft.com/office/drawing/2014/main" id="{CCE09A93-0420-1A9E-C952-51B173BC878C}"/>
                </a:ext>
              </a:extLst>
            </p:cNvPr>
            <p:cNvSpPr/>
            <p:nvPr/>
          </p:nvSpPr>
          <p:spPr>
            <a:xfrm>
              <a:off x="-13881" y="5639303"/>
              <a:ext cx="12205881" cy="1218697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  <p:pic>
          <p:nvPicPr>
            <p:cNvPr id="14" name="Obrázek 22" descr="Obsah obrázku kruh, žlutá, Grafika, Barevnost&#10;&#10;Obsah generovaný pomocí AI může být nesprávný.">
              <a:extLst>
                <a:ext uri="{FF2B5EF4-FFF2-40B4-BE49-F238E27FC236}">
                  <a16:creationId xmlns:a16="http://schemas.microsoft.com/office/drawing/2014/main" id="{8EBA1C72-1B03-D645-34A8-3E069DDA288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549337" y="5077328"/>
              <a:ext cx="1065563" cy="1123950"/>
            </a:xfrm>
            <a:prstGeom prst="rect">
              <a:avLst/>
            </a:prstGeom>
          </p:spPr>
        </p:pic>
      </p:grpSp>
      <p:pic>
        <p:nvPicPr>
          <p:cNvPr id="17" name="Picture 16" descr="A cartoon face with blue eyes and black squares&#10;&#10;AI-generated content may be incorrect.">
            <a:extLst>
              <a:ext uri="{FF2B5EF4-FFF2-40B4-BE49-F238E27FC236}">
                <a16:creationId xmlns:a16="http://schemas.microsoft.com/office/drawing/2014/main" id="{A397855C-A09D-E894-11A2-1042AE460BA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853" y="5719693"/>
            <a:ext cx="1065563" cy="1065563"/>
          </a:xfrm>
          <a:prstGeom prst="rect">
            <a:avLst/>
          </a:prstGeom>
        </p:spPr>
      </p:pic>
      <p:pic>
        <p:nvPicPr>
          <p:cNvPr id="18" name="Picture 17" descr="A blue and black pixelated cartoon character&#10;&#10;AI-generated content may be incorrect.">
            <a:extLst>
              <a:ext uri="{FF2B5EF4-FFF2-40B4-BE49-F238E27FC236}">
                <a16:creationId xmlns:a16="http://schemas.microsoft.com/office/drawing/2014/main" id="{7223DF65-EDCA-2990-1C98-737DEBE9525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8584" y="5719693"/>
            <a:ext cx="1065563" cy="1065563"/>
          </a:xfrm>
          <a:prstGeom prst="rect">
            <a:avLst/>
          </a:prstGeom>
        </p:spPr>
      </p:pic>
      <p:pic>
        <p:nvPicPr>
          <p:cNvPr id="19" name="Picture 18" descr="A pink and black cartoon character&#10;&#10;AI-generated content may be incorrect.">
            <a:extLst>
              <a:ext uri="{FF2B5EF4-FFF2-40B4-BE49-F238E27FC236}">
                <a16:creationId xmlns:a16="http://schemas.microsoft.com/office/drawing/2014/main" id="{54F63D84-2E68-FDBB-AD00-5416D83C753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0628" y="5712043"/>
            <a:ext cx="1065563" cy="1065563"/>
          </a:xfrm>
          <a:prstGeom prst="rect">
            <a:avLst/>
          </a:prstGeom>
        </p:spPr>
      </p:pic>
      <p:pic>
        <p:nvPicPr>
          <p:cNvPr id="20" name="Content Placeholder 14" descr="A red and black cartoon character&#10;&#10;AI-generated content may be incorrect.">
            <a:extLst>
              <a:ext uri="{FF2B5EF4-FFF2-40B4-BE49-F238E27FC236}">
                <a16:creationId xmlns:a16="http://schemas.microsoft.com/office/drawing/2014/main" id="{A25D028E-6425-D946-E0AE-72E01B72260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807" y="5712044"/>
            <a:ext cx="1065564" cy="1065566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E0D56AC7-0D8E-2DB1-0A9B-E63E6AAE6879}"/>
              </a:ext>
            </a:extLst>
          </p:cNvPr>
          <p:cNvSpPr/>
          <p:nvPr/>
        </p:nvSpPr>
        <p:spPr>
          <a:xfrm>
            <a:off x="3664734" y="6099585"/>
            <a:ext cx="383458" cy="393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F8EDD3A-5869-2DE5-573C-FCED67BBEFAC}"/>
              </a:ext>
            </a:extLst>
          </p:cNvPr>
          <p:cNvSpPr/>
          <p:nvPr/>
        </p:nvSpPr>
        <p:spPr>
          <a:xfrm>
            <a:off x="4547650" y="6099585"/>
            <a:ext cx="383458" cy="393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29DB266-BA34-97A9-DF3E-E545D0646026}"/>
              </a:ext>
            </a:extLst>
          </p:cNvPr>
          <p:cNvSpPr/>
          <p:nvPr/>
        </p:nvSpPr>
        <p:spPr>
          <a:xfrm>
            <a:off x="7260891" y="6099585"/>
            <a:ext cx="383458" cy="393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BAFA16B-D545-4DE8-8360-270BF2F4BBE3}"/>
              </a:ext>
            </a:extLst>
          </p:cNvPr>
          <p:cNvSpPr/>
          <p:nvPr/>
        </p:nvSpPr>
        <p:spPr>
          <a:xfrm>
            <a:off x="8143807" y="6099585"/>
            <a:ext cx="383458" cy="393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4" name="Graphic 3" descr="Hourglass Finished with solid fill">
            <a:extLst>
              <a:ext uri="{FF2B5EF4-FFF2-40B4-BE49-F238E27FC236}">
                <a16:creationId xmlns:a16="http://schemas.microsoft.com/office/drawing/2014/main" id="{9F27DA58-15A8-3C2A-AB85-A61E1FBC99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1620" y="594394"/>
            <a:ext cx="786580" cy="786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710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354DDFE-526F-E4B2-3964-B348FBB046C9}"/>
              </a:ext>
            </a:extLst>
          </p:cNvPr>
          <p:cNvSpPr/>
          <p:nvPr/>
        </p:nvSpPr>
        <p:spPr>
          <a:xfrm>
            <a:off x="-390472" y="594394"/>
            <a:ext cx="6112845" cy="78658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952E858-7A97-E8D9-A761-84D866A61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3968" y="325190"/>
            <a:ext cx="10515600" cy="1325563"/>
          </a:xfrm>
        </p:spPr>
        <p:txBody>
          <a:bodyPr/>
          <a:lstStyle/>
          <a:p>
            <a:r>
              <a:rPr lang="cs-CZ" dirty="0">
                <a:solidFill>
                  <a:schemeClr val="bg1"/>
                </a:solidFill>
              </a:rPr>
              <a:t> Použité technologie</a:t>
            </a:r>
          </a:p>
        </p:txBody>
      </p:sp>
      <p:pic>
        <p:nvPicPr>
          <p:cNvPr id="10" name="Zástupný obsah 9" descr="Obsah obrázku kruh, Grafika, snímek obrazovky, Písmo&#10;&#10;Obsah generovaný pomocí AI může být nesprávný.">
            <a:extLst>
              <a:ext uri="{FF2B5EF4-FFF2-40B4-BE49-F238E27FC236}">
                <a16:creationId xmlns:a16="http://schemas.microsoft.com/office/drawing/2014/main" id="{3527FF41-22F6-C0A8-9F41-DEB15F25BC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0" y="2401094"/>
            <a:ext cx="2057400" cy="2057400"/>
          </a:xfrm>
        </p:spPr>
      </p:pic>
      <p:pic>
        <p:nvPicPr>
          <p:cNvPr id="13" name="Obrázek 12" descr="Obsah obrázku Písmo, Grafika, logo, design&#10;&#10;Obsah generovaný pomocí AI může být nesprávný.">
            <a:extLst>
              <a:ext uri="{FF2B5EF4-FFF2-40B4-BE49-F238E27FC236}">
                <a16:creationId xmlns:a16="http://schemas.microsoft.com/office/drawing/2014/main" id="{2FC5060D-1BAF-5807-5B74-5E3A9B44F2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600" y="2409825"/>
            <a:ext cx="2085975" cy="2047875"/>
          </a:xfrm>
          <a:prstGeom prst="rect">
            <a:avLst/>
          </a:prstGeom>
        </p:spPr>
      </p:pic>
      <p:pic>
        <p:nvPicPr>
          <p:cNvPr id="16" name="Obrázek 15" descr="Obsah obrázku text, snímek obrazovky, Písmo, řada/pruh&#10;&#10;Obsah generovaný pomocí AI může být nesprávný.">
            <a:extLst>
              <a:ext uri="{FF2B5EF4-FFF2-40B4-BE49-F238E27FC236}">
                <a16:creationId xmlns:a16="http://schemas.microsoft.com/office/drawing/2014/main" id="{429C37A9-FB0B-793A-106D-611FFDA5E2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6238" y="3657600"/>
            <a:ext cx="3305175" cy="1104900"/>
          </a:xfrm>
          <a:prstGeom prst="rect">
            <a:avLst/>
          </a:prstGeom>
        </p:spPr>
      </p:pic>
      <p:pic>
        <p:nvPicPr>
          <p:cNvPr id="18" name="Obrázek 17" descr="Obsah obrázku text, snímek obrazovky, Písmo&#10;&#10;Obsah generovaný pomocí AI může být nesprávný.">
            <a:extLst>
              <a:ext uri="{FF2B5EF4-FFF2-40B4-BE49-F238E27FC236}">
                <a16:creationId xmlns:a16="http://schemas.microsoft.com/office/drawing/2014/main" id="{E595D578-35E3-94D2-AB30-07AF0CEEA6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0" y="2195513"/>
            <a:ext cx="2800350" cy="1095375"/>
          </a:xfrm>
          <a:prstGeom prst="rect">
            <a:avLst/>
          </a:prstGeom>
        </p:spPr>
      </p:pic>
      <p:pic>
        <p:nvPicPr>
          <p:cNvPr id="20" name="Zástupný obsah 9" descr="Obsah obrázku kruh, Grafika, snímek obrazovky, Písmo&#10;&#10;Obsah generovaný pomocí AI může být nesprávný.">
            <a:extLst>
              <a:ext uri="{FF2B5EF4-FFF2-40B4-BE49-F238E27FC236}">
                <a16:creationId xmlns:a16="http://schemas.microsoft.com/office/drawing/2014/main" id="{0778040D-F8D9-016E-8DEC-A5B808C5D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750" y="3753644"/>
            <a:ext cx="914400" cy="904875"/>
          </a:xfrm>
          <a:prstGeom prst="rect">
            <a:avLst/>
          </a:prstGeom>
        </p:spPr>
      </p:pic>
      <p:pic>
        <p:nvPicPr>
          <p:cNvPr id="21" name="Obrázek 20" descr="Obsah obrázku Písmo, Grafika, logo, design&#10;&#10;Obsah generovaný pomocí AI může být nesprávný.">
            <a:extLst>
              <a:ext uri="{FF2B5EF4-FFF2-40B4-BE49-F238E27FC236}">
                <a16:creationId xmlns:a16="http://schemas.microsoft.com/office/drawing/2014/main" id="{9150118F-A52E-7E43-3842-3A2450FD29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3225" y="2290762"/>
            <a:ext cx="923925" cy="904875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7C2435DF-A071-9F5D-84B5-B98BB3D93D0B}"/>
              </a:ext>
            </a:extLst>
          </p:cNvPr>
          <p:cNvGrpSpPr/>
          <p:nvPr/>
        </p:nvGrpSpPr>
        <p:grpSpPr>
          <a:xfrm>
            <a:off x="-13881" y="5077328"/>
            <a:ext cx="12205881" cy="1780672"/>
            <a:chOff x="-13881" y="5077328"/>
            <a:chExt cx="12205881" cy="1780672"/>
          </a:xfrm>
        </p:grpSpPr>
        <p:sp>
          <p:nvSpPr>
            <p:cNvPr id="4" name="Obdélník 21">
              <a:extLst>
                <a:ext uri="{FF2B5EF4-FFF2-40B4-BE49-F238E27FC236}">
                  <a16:creationId xmlns:a16="http://schemas.microsoft.com/office/drawing/2014/main" id="{9DD8560C-458B-91DF-711E-5805F79D111F}"/>
                </a:ext>
              </a:extLst>
            </p:cNvPr>
            <p:cNvSpPr/>
            <p:nvPr/>
          </p:nvSpPr>
          <p:spPr>
            <a:xfrm>
              <a:off x="-13881" y="5639303"/>
              <a:ext cx="12205881" cy="1218697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  <p:pic>
          <p:nvPicPr>
            <p:cNvPr id="5" name="Obrázek 22" descr="Obsah obrázku kruh, žlutá, Grafika, Barevnost&#10;&#10;Obsah generovaný pomocí AI může být nesprávný.">
              <a:extLst>
                <a:ext uri="{FF2B5EF4-FFF2-40B4-BE49-F238E27FC236}">
                  <a16:creationId xmlns:a16="http://schemas.microsoft.com/office/drawing/2014/main" id="{ED5710F9-ED55-7311-4FF9-8D74618BC13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549337" y="5077328"/>
              <a:ext cx="1065563" cy="1123950"/>
            </a:xfrm>
            <a:prstGeom prst="rect">
              <a:avLst/>
            </a:prstGeom>
          </p:spPr>
        </p:pic>
      </p:grpSp>
      <p:pic>
        <p:nvPicPr>
          <p:cNvPr id="6" name="Picture 5" descr="A cartoon face with blue eyes and black squares&#10;&#10;AI-generated content may be incorrect.">
            <a:extLst>
              <a:ext uri="{FF2B5EF4-FFF2-40B4-BE49-F238E27FC236}">
                <a16:creationId xmlns:a16="http://schemas.microsoft.com/office/drawing/2014/main" id="{8BA06B35-D09A-2E84-1C87-01E5D305882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853" y="5719693"/>
            <a:ext cx="1065563" cy="1065563"/>
          </a:xfrm>
          <a:prstGeom prst="rect">
            <a:avLst/>
          </a:prstGeom>
        </p:spPr>
      </p:pic>
      <p:pic>
        <p:nvPicPr>
          <p:cNvPr id="7" name="Picture 6" descr="A blue and black pixelated cartoon character&#10;&#10;AI-generated content may be incorrect.">
            <a:extLst>
              <a:ext uri="{FF2B5EF4-FFF2-40B4-BE49-F238E27FC236}">
                <a16:creationId xmlns:a16="http://schemas.microsoft.com/office/drawing/2014/main" id="{48483E43-E858-787B-8B2C-C4BA4E92CC9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8584" y="5719693"/>
            <a:ext cx="1065563" cy="1065563"/>
          </a:xfrm>
          <a:prstGeom prst="rect">
            <a:avLst/>
          </a:prstGeom>
        </p:spPr>
      </p:pic>
      <p:pic>
        <p:nvPicPr>
          <p:cNvPr id="8" name="Picture 7" descr="A pink and black cartoon character&#10;&#10;AI-generated content may be incorrect.">
            <a:extLst>
              <a:ext uri="{FF2B5EF4-FFF2-40B4-BE49-F238E27FC236}">
                <a16:creationId xmlns:a16="http://schemas.microsoft.com/office/drawing/2014/main" id="{B7686E04-8C4C-02EA-FBD8-67CCE2CD17C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0628" y="5712043"/>
            <a:ext cx="1065563" cy="1065563"/>
          </a:xfrm>
          <a:prstGeom prst="rect">
            <a:avLst/>
          </a:prstGeom>
        </p:spPr>
      </p:pic>
      <p:pic>
        <p:nvPicPr>
          <p:cNvPr id="9" name="Content Placeholder 14" descr="A red and black cartoon character&#10;&#10;AI-generated content may be incorrect.">
            <a:extLst>
              <a:ext uri="{FF2B5EF4-FFF2-40B4-BE49-F238E27FC236}">
                <a16:creationId xmlns:a16="http://schemas.microsoft.com/office/drawing/2014/main" id="{1A44A426-7CE1-0E77-4DE2-2503FB3A696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807" y="5712044"/>
            <a:ext cx="1065564" cy="106556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5549667-7BC8-CB9D-A020-DA40A2861645}"/>
              </a:ext>
            </a:extLst>
          </p:cNvPr>
          <p:cNvSpPr/>
          <p:nvPr/>
        </p:nvSpPr>
        <p:spPr>
          <a:xfrm>
            <a:off x="3664734" y="6099585"/>
            <a:ext cx="383458" cy="393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6239F8-C946-1616-BAC5-36DA51B3FE62}"/>
              </a:ext>
            </a:extLst>
          </p:cNvPr>
          <p:cNvSpPr/>
          <p:nvPr/>
        </p:nvSpPr>
        <p:spPr>
          <a:xfrm>
            <a:off x="4547650" y="6099585"/>
            <a:ext cx="383458" cy="393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577F2E-133F-600B-6D57-3D6089EC28E7}"/>
              </a:ext>
            </a:extLst>
          </p:cNvPr>
          <p:cNvSpPr/>
          <p:nvPr/>
        </p:nvSpPr>
        <p:spPr>
          <a:xfrm>
            <a:off x="7260891" y="6099585"/>
            <a:ext cx="383458" cy="393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F2BAF11-D126-FC49-2037-EADF729F7EA4}"/>
              </a:ext>
            </a:extLst>
          </p:cNvPr>
          <p:cNvSpPr/>
          <p:nvPr/>
        </p:nvSpPr>
        <p:spPr>
          <a:xfrm>
            <a:off x="8143807" y="6099585"/>
            <a:ext cx="383458" cy="393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19" name="Graphic 18" descr="Internet with solid fill">
            <a:extLst>
              <a:ext uri="{FF2B5EF4-FFF2-40B4-BE49-F238E27FC236}">
                <a16:creationId xmlns:a16="http://schemas.microsoft.com/office/drawing/2014/main" id="{83C6796F-8DFC-B512-A516-1CAFAFE71D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4610" y="476421"/>
            <a:ext cx="1022526" cy="1022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8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FB6BC-713E-F3FA-32B2-44C87F061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92F84FE-563F-E987-66A7-CA875ADCF3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0676" y="2357437"/>
            <a:ext cx="2143125" cy="21431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53830D3-9B89-E173-0025-F7D105BB5D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1288" y="2352369"/>
            <a:ext cx="1670848" cy="21532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4677F10-9B06-6053-9FC1-EC0A2E9D77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0955" y="2366025"/>
            <a:ext cx="2301940" cy="23019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794C1E6-5563-BF57-D68E-583A2DCD85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1197" y="2546744"/>
            <a:ext cx="1970837" cy="19708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FAC202F-C0A8-321F-1AF7-2AC19D4BD7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0822" y="2546744"/>
            <a:ext cx="1940503" cy="1940503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4BE31434-CDB1-5E10-1836-1354367F7C53}"/>
              </a:ext>
            </a:extLst>
          </p:cNvPr>
          <p:cNvGrpSpPr/>
          <p:nvPr/>
        </p:nvGrpSpPr>
        <p:grpSpPr>
          <a:xfrm>
            <a:off x="-13881" y="5077328"/>
            <a:ext cx="12205881" cy="1780672"/>
            <a:chOff x="-13881" y="5077328"/>
            <a:chExt cx="12205881" cy="1780672"/>
          </a:xfrm>
        </p:grpSpPr>
        <p:sp>
          <p:nvSpPr>
            <p:cNvPr id="4" name="Obdélník 21">
              <a:extLst>
                <a:ext uri="{FF2B5EF4-FFF2-40B4-BE49-F238E27FC236}">
                  <a16:creationId xmlns:a16="http://schemas.microsoft.com/office/drawing/2014/main" id="{BCB5D393-4A5F-0930-FA09-89B0891A9080}"/>
                </a:ext>
              </a:extLst>
            </p:cNvPr>
            <p:cNvSpPr/>
            <p:nvPr/>
          </p:nvSpPr>
          <p:spPr>
            <a:xfrm>
              <a:off x="-13881" y="5639303"/>
              <a:ext cx="12205881" cy="1218697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  <p:pic>
          <p:nvPicPr>
            <p:cNvPr id="6" name="Obrázek 22" descr="Obsah obrázku kruh, žlutá, Grafika, Barevnost&#10;&#10;Obsah generovaný pomocí AI může být nesprávný.">
              <a:extLst>
                <a:ext uri="{FF2B5EF4-FFF2-40B4-BE49-F238E27FC236}">
                  <a16:creationId xmlns:a16="http://schemas.microsoft.com/office/drawing/2014/main" id="{D7D76EFC-322D-A2E1-0C32-C14443DA040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549337" y="5077328"/>
              <a:ext cx="1065563" cy="1123950"/>
            </a:xfrm>
            <a:prstGeom prst="rect">
              <a:avLst/>
            </a:prstGeom>
          </p:spPr>
        </p:pic>
      </p:grpSp>
      <p:pic>
        <p:nvPicPr>
          <p:cNvPr id="8" name="Picture 7" descr="A cartoon face with blue eyes and black squares&#10;&#10;AI-generated content may be incorrect.">
            <a:extLst>
              <a:ext uri="{FF2B5EF4-FFF2-40B4-BE49-F238E27FC236}">
                <a16:creationId xmlns:a16="http://schemas.microsoft.com/office/drawing/2014/main" id="{375D2EA0-114F-FC0A-42D1-17DB4709160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853" y="5719693"/>
            <a:ext cx="1065563" cy="1065563"/>
          </a:xfrm>
          <a:prstGeom prst="rect">
            <a:avLst/>
          </a:prstGeom>
        </p:spPr>
      </p:pic>
      <p:pic>
        <p:nvPicPr>
          <p:cNvPr id="10" name="Picture 9" descr="A blue and black pixelated cartoon character&#10;&#10;AI-generated content may be incorrect.">
            <a:extLst>
              <a:ext uri="{FF2B5EF4-FFF2-40B4-BE49-F238E27FC236}">
                <a16:creationId xmlns:a16="http://schemas.microsoft.com/office/drawing/2014/main" id="{3A13EF2C-E0BA-94DA-54B4-7E46023AE91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8584" y="5719693"/>
            <a:ext cx="1065563" cy="1065563"/>
          </a:xfrm>
          <a:prstGeom prst="rect">
            <a:avLst/>
          </a:prstGeom>
        </p:spPr>
      </p:pic>
      <p:pic>
        <p:nvPicPr>
          <p:cNvPr id="13" name="Picture 12" descr="A pink and black cartoon character&#10;&#10;AI-generated content may be incorrect.">
            <a:extLst>
              <a:ext uri="{FF2B5EF4-FFF2-40B4-BE49-F238E27FC236}">
                <a16:creationId xmlns:a16="http://schemas.microsoft.com/office/drawing/2014/main" id="{C2F598F5-7323-C50D-D8F9-97DEFB9EDD2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0628" y="5712043"/>
            <a:ext cx="1065563" cy="1065563"/>
          </a:xfrm>
          <a:prstGeom prst="rect">
            <a:avLst/>
          </a:prstGeom>
        </p:spPr>
      </p:pic>
      <p:pic>
        <p:nvPicPr>
          <p:cNvPr id="14" name="Content Placeholder 14" descr="A red and black cartoon character&#10;&#10;AI-generated content may be incorrect.">
            <a:extLst>
              <a:ext uri="{FF2B5EF4-FFF2-40B4-BE49-F238E27FC236}">
                <a16:creationId xmlns:a16="http://schemas.microsoft.com/office/drawing/2014/main" id="{72ED099E-0227-E103-D47C-365282B9657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807" y="5712044"/>
            <a:ext cx="1065564" cy="1065566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CE5161D-05C2-AFC1-7A77-AAB099AC1C0B}"/>
              </a:ext>
            </a:extLst>
          </p:cNvPr>
          <p:cNvSpPr/>
          <p:nvPr/>
        </p:nvSpPr>
        <p:spPr>
          <a:xfrm>
            <a:off x="3664734" y="6099585"/>
            <a:ext cx="383458" cy="393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4246528-635D-0E1A-7091-BC06B2273159}"/>
              </a:ext>
            </a:extLst>
          </p:cNvPr>
          <p:cNvSpPr/>
          <p:nvPr/>
        </p:nvSpPr>
        <p:spPr>
          <a:xfrm>
            <a:off x="4547650" y="6099585"/>
            <a:ext cx="383458" cy="393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030BB1-B6CF-80BE-5BFD-D246715E8649}"/>
              </a:ext>
            </a:extLst>
          </p:cNvPr>
          <p:cNvSpPr/>
          <p:nvPr/>
        </p:nvSpPr>
        <p:spPr>
          <a:xfrm>
            <a:off x="7260891" y="6099585"/>
            <a:ext cx="383458" cy="393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8645632-8699-0DBC-4A8E-64890673AC75}"/>
              </a:ext>
            </a:extLst>
          </p:cNvPr>
          <p:cNvSpPr/>
          <p:nvPr/>
        </p:nvSpPr>
        <p:spPr>
          <a:xfrm>
            <a:off x="8143807" y="6099585"/>
            <a:ext cx="383458" cy="393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271F2C90-64F1-B265-87A4-9A564BBFC227}"/>
              </a:ext>
            </a:extLst>
          </p:cNvPr>
          <p:cNvSpPr/>
          <p:nvPr/>
        </p:nvSpPr>
        <p:spPr>
          <a:xfrm>
            <a:off x="-390472" y="594394"/>
            <a:ext cx="6112845" cy="78658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8" name="Nadpis 1">
            <a:extLst>
              <a:ext uri="{FF2B5EF4-FFF2-40B4-BE49-F238E27FC236}">
                <a16:creationId xmlns:a16="http://schemas.microsoft.com/office/drawing/2014/main" id="{35528726-481E-6B31-5C21-92ACCBDE7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3968" y="325190"/>
            <a:ext cx="10515600" cy="1325563"/>
          </a:xfrm>
        </p:spPr>
        <p:txBody>
          <a:bodyPr/>
          <a:lstStyle/>
          <a:p>
            <a:r>
              <a:rPr lang="cs-CZ" dirty="0">
                <a:solidFill>
                  <a:schemeClr val="bg1"/>
                </a:solidFill>
              </a:rPr>
              <a:t> Použité technologie</a:t>
            </a:r>
          </a:p>
        </p:txBody>
      </p:sp>
      <p:pic>
        <p:nvPicPr>
          <p:cNvPr id="29" name="Graphic 28" descr="Internet with solid fill">
            <a:extLst>
              <a:ext uri="{FF2B5EF4-FFF2-40B4-BE49-F238E27FC236}">
                <a16:creationId xmlns:a16="http://schemas.microsoft.com/office/drawing/2014/main" id="{AE7556FB-1DB8-3562-8475-6A2CAAD672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4610" y="476421"/>
            <a:ext cx="1022526" cy="1022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215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ED9D451-4759-E6E0-80F4-13E837E98355}"/>
              </a:ext>
            </a:extLst>
          </p:cNvPr>
          <p:cNvSpPr/>
          <p:nvPr/>
        </p:nvSpPr>
        <p:spPr>
          <a:xfrm>
            <a:off x="-390470" y="594394"/>
            <a:ext cx="4055204" cy="78658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9462087-D2B3-8E62-7F7C-73A4B5124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8589" y="324901"/>
            <a:ext cx="10515600" cy="1325563"/>
          </a:xfrm>
        </p:spPr>
        <p:txBody>
          <a:bodyPr/>
          <a:lstStyle/>
          <a:p>
            <a:r>
              <a:rPr lang="cs-CZ" dirty="0">
                <a:solidFill>
                  <a:schemeClr val="bg1"/>
                </a:solidFill>
              </a:rPr>
              <a:t>Průběh hry</a:t>
            </a:r>
          </a:p>
        </p:txBody>
      </p:sp>
      <p:pic>
        <p:nvPicPr>
          <p:cNvPr id="20" name="Content Placeholder 19" descr="A video game screen with colorful characters&#10;&#10;AI-generated content may be incorrect.">
            <a:extLst>
              <a:ext uri="{FF2B5EF4-FFF2-40B4-BE49-F238E27FC236}">
                <a16:creationId xmlns:a16="http://schemas.microsoft.com/office/drawing/2014/main" id="{BC8DF851-748A-91F6-F07A-18F5C45304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637" y="2003917"/>
            <a:ext cx="5627559" cy="2670010"/>
          </a:xfrm>
        </p:spPr>
      </p:pic>
      <p:pic>
        <p:nvPicPr>
          <p:cNvPr id="22" name="Picture 21" descr="A video game instructions on a black background&#10;&#10;AI-generated content may be incorrect.">
            <a:extLst>
              <a:ext uri="{FF2B5EF4-FFF2-40B4-BE49-F238E27FC236}">
                <a16:creationId xmlns:a16="http://schemas.microsoft.com/office/drawing/2014/main" id="{AD5D8521-ADFA-D13E-1476-DD4CB318BA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6947" y="1777233"/>
            <a:ext cx="5046416" cy="3123379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B15141B2-3DA5-E873-8911-9BEA4EF48118}"/>
              </a:ext>
            </a:extLst>
          </p:cNvPr>
          <p:cNvGrpSpPr/>
          <p:nvPr/>
        </p:nvGrpSpPr>
        <p:grpSpPr>
          <a:xfrm>
            <a:off x="-13881" y="5077328"/>
            <a:ext cx="12205881" cy="1780672"/>
            <a:chOff x="-13881" y="5077328"/>
            <a:chExt cx="12205881" cy="1780672"/>
          </a:xfrm>
        </p:grpSpPr>
        <p:sp>
          <p:nvSpPr>
            <p:cNvPr id="4" name="Obdélník 21">
              <a:extLst>
                <a:ext uri="{FF2B5EF4-FFF2-40B4-BE49-F238E27FC236}">
                  <a16:creationId xmlns:a16="http://schemas.microsoft.com/office/drawing/2014/main" id="{BF097DE0-64AC-B76E-A18F-B1EB63B505B2}"/>
                </a:ext>
              </a:extLst>
            </p:cNvPr>
            <p:cNvSpPr/>
            <p:nvPr/>
          </p:nvSpPr>
          <p:spPr>
            <a:xfrm>
              <a:off x="-13881" y="5639303"/>
              <a:ext cx="12205881" cy="1218697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  <p:pic>
          <p:nvPicPr>
            <p:cNvPr id="5" name="Obrázek 22" descr="Obsah obrázku kruh, žlutá, Grafika, Barevnost&#10;&#10;Obsah generovaný pomocí AI může být nesprávný.">
              <a:extLst>
                <a:ext uri="{FF2B5EF4-FFF2-40B4-BE49-F238E27FC236}">
                  <a16:creationId xmlns:a16="http://schemas.microsoft.com/office/drawing/2014/main" id="{8D5FD035-96BC-ABD7-4453-6592A518FC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49337" y="5077328"/>
              <a:ext cx="1065563" cy="1123950"/>
            </a:xfrm>
            <a:prstGeom prst="rect">
              <a:avLst/>
            </a:prstGeom>
          </p:spPr>
        </p:pic>
      </p:grpSp>
      <p:pic>
        <p:nvPicPr>
          <p:cNvPr id="6" name="Picture 5" descr="A cartoon face with blue eyes and black squares&#10;&#10;AI-generated content may be incorrect.">
            <a:extLst>
              <a:ext uri="{FF2B5EF4-FFF2-40B4-BE49-F238E27FC236}">
                <a16:creationId xmlns:a16="http://schemas.microsoft.com/office/drawing/2014/main" id="{5CE5E600-9E00-3FAE-1191-C947CF61C6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853" y="5719693"/>
            <a:ext cx="1065563" cy="1065563"/>
          </a:xfrm>
          <a:prstGeom prst="rect">
            <a:avLst/>
          </a:prstGeom>
        </p:spPr>
      </p:pic>
      <p:pic>
        <p:nvPicPr>
          <p:cNvPr id="7" name="Picture 6" descr="A blue and black pixelated cartoon character&#10;&#10;AI-generated content may be incorrect.">
            <a:extLst>
              <a:ext uri="{FF2B5EF4-FFF2-40B4-BE49-F238E27FC236}">
                <a16:creationId xmlns:a16="http://schemas.microsoft.com/office/drawing/2014/main" id="{E884C6B0-1FFD-8D25-FE7C-111DE112FBD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8584" y="5719693"/>
            <a:ext cx="1065563" cy="1065563"/>
          </a:xfrm>
          <a:prstGeom prst="rect">
            <a:avLst/>
          </a:prstGeom>
        </p:spPr>
      </p:pic>
      <p:pic>
        <p:nvPicPr>
          <p:cNvPr id="8" name="Picture 7" descr="A pink and black cartoon character&#10;&#10;AI-generated content may be incorrect.">
            <a:extLst>
              <a:ext uri="{FF2B5EF4-FFF2-40B4-BE49-F238E27FC236}">
                <a16:creationId xmlns:a16="http://schemas.microsoft.com/office/drawing/2014/main" id="{07B08532-6BE3-74D7-EF6C-2228E37B292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0628" y="5712043"/>
            <a:ext cx="1065563" cy="1065563"/>
          </a:xfrm>
          <a:prstGeom prst="rect">
            <a:avLst/>
          </a:prstGeom>
        </p:spPr>
      </p:pic>
      <p:pic>
        <p:nvPicPr>
          <p:cNvPr id="9" name="Content Placeholder 14" descr="A red and black cartoon character&#10;&#10;AI-generated content may be incorrect.">
            <a:extLst>
              <a:ext uri="{FF2B5EF4-FFF2-40B4-BE49-F238E27FC236}">
                <a16:creationId xmlns:a16="http://schemas.microsoft.com/office/drawing/2014/main" id="{D403CAC1-81B4-BFBB-C3C6-F5D61F34183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807" y="5712044"/>
            <a:ext cx="1065564" cy="106556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913EF6E-7E51-9D70-E566-926834E4F8C2}"/>
              </a:ext>
            </a:extLst>
          </p:cNvPr>
          <p:cNvSpPr/>
          <p:nvPr/>
        </p:nvSpPr>
        <p:spPr>
          <a:xfrm>
            <a:off x="3664734" y="6099585"/>
            <a:ext cx="383458" cy="393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3E8C072-284A-A7CF-5388-2239ACD00CDC}"/>
              </a:ext>
            </a:extLst>
          </p:cNvPr>
          <p:cNvSpPr/>
          <p:nvPr/>
        </p:nvSpPr>
        <p:spPr>
          <a:xfrm>
            <a:off x="4547650" y="6099585"/>
            <a:ext cx="383458" cy="393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F87DF1-1303-53AD-4870-382234CAED91}"/>
              </a:ext>
            </a:extLst>
          </p:cNvPr>
          <p:cNvSpPr/>
          <p:nvPr/>
        </p:nvSpPr>
        <p:spPr>
          <a:xfrm>
            <a:off x="7260891" y="6099585"/>
            <a:ext cx="383458" cy="393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C7D2CF-8389-508C-5B8B-ED80F6356850}"/>
              </a:ext>
            </a:extLst>
          </p:cNvPr>
          <p:cNvSpPr/>
          <p:nvPr/>
        </p:nvSpPr>
        <p:spPr>
          <a:xfrm>
            <a:off x="8143807" y="6099585"/>
            <a:ext cx="383458" cy="393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14" name="Graphic 13" descr="Game controller with solid fill">
            <a:extLst>
              <a:ext uri="{FF2B5EF4-FFF2-40B4-BE49-F238E27FC236}">
                <a16:creationId xmlns:a16="http://schemas.microsoft.com/office/drawing/2014/main" id="{80743FBD-C21D-F4CE-0881-2DA8539F26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2008" y="594393"/>
            <a:ext cx="786581" cy="786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527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9DEDB-90B9-3DC4-30EA-260EC08AC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Content Placeholder 11" descr="A black and white text&#10;&#10;AI-generated content may be incorrect.">
            <a:extLst>
              <a:ext uri="{FF2B5EF4-FFF2-40B4-BE49-F238E27FC236}">
                <a16:creationId xmlns:a16="http://schemas.microsoft.com/office/drawing/2014/main" id="{60D7030B-4D03-D872-EDB5-17E10B4CE1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2011" y="1463532"/>
            <a:ext cx="6408756" cy="1157136"/>
          </a:xfrm>
        </p:spPr>
      </p:pic>
      <p:pic>
        <p:nvPicPr>
          <p:cNvPr id="14" name="Picture 13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A7B6B5BE-F70E-440E-7F23-19BD578A34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249" y="2930189"/>
            <a:ext cx="4282811" cy="2522439"/>
          </a:xfrm>
          <a:prstGeom prst="rect">
            <a:avLst/>
          </a:prstGeom>
        </p:spPr>
      </p:pic>
      <p:pic>
        <p:nvPicPr>
          <p:cNvPr id="16" name="Picture 15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8A7F7EB0-F0A2-E1BE-23F3-CE78F0520A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2176" y="2958201"/>
            <a:ext cx="4282811" cy="2535675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92599013-E138-23D5-D59E-80AD31BBA0A4}"/>
              </a:ext>
            </a:extLst>
          </p:cNvPr>
          <p:cNvGrpSpPr/>
          <p:nvPr/>
        </p:nvGrpSpPr>
        <p:grpSpPr>
          <a:xfrm>
            <a:off x="-13881" y="5077328"/>
            <a:ext cx="12205881" cy="1780672"/>
            <a:chOff x="-13881" y="5077328"/>
            <a:chExt cx="12205881" cy="1780672"/>
          </a:xfrm>
        </p:grpSpPr>
        <p:sp>
          <p:nvSpPr>
            <p:cNvPr id="4" name="Obdélník 21">
              <a:extLst>
                <a:ext uri="{FF2B5EF4-FFF2-40B4-BE49-F238E27FC236}">
                  <a16:creationId xmlns:a16="http://schemas.microsoft.com/office/drawing/2014/main" id="{A01B13E0-2DDA-FFF2-DB08-7382CC8AF383}"/>
                </a:ext>
              </a:extLst>
            </p:cNvPr>
            <p:cNvSpPr/>
            <p:nvPr/>
          </p:nvSpPr>
          <p:spPr>
            <a:xfrm>
              <a:off x="-13881" y="5639303"/>
              <a:ext cx="12205881" cy="1218697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  <p:pic>
          <p:nvPicPr>
            <p:cNvPr id="5" name="Obrázek 22" descr="Obsah obrázku kruh, žlutá, Grafika, Barevnost&#10;&#10;Obsah generovaný pomocí AI může být nesprávný.">
              <a:extLst>
                <a:ext uri="{FF2B5EF4-FFF2-40B4-BE49-F238E27FC236}">
                  <a16:creationId xmlns:a16="http://schemas.microsoft.com/office/drawing/2014/main" id="{8A9D7A70-1C72-634C-49A8-65781342BED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549337" y="5077328"/>
              <a:ext cx="1065563" cy="1123950"/>
            </a:xfrm>
            <a:prstGeom prst="rect">
              <a:avLst/>
            </a:prstGeom>
          </p:spPr>
        </p:pic>
      </p:grpSp>
      <p:pic>
        <p:nvPicPr>
          <p:cNvPr id="6" name="Picture 5" descr="A cartoon face with blue eyes and black squares&#10;&#10;AI-generated content may be incorrect.">
            <a:extLst>
              <a:ext uri="{FF2B5EF4-FFF2-40B4-BE49-F238E27FC236}">
                <a16:creationId xmlns:a16="http://schemas.microsoft.com/office/drawing/2014/main" id="{068B29B0-BA48-5F5C-05B3-0C999182B37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853" y="5719693"/>
            <a:ext cx="1065563" cy="1065563"/>
          </a:xfrm>
          <a:prstGeom prst="rect">
            <a:avLst/>
          </a:prstGeom>
        </p:spPr>
      </p:pic>
      <p:pic>
        <p:nvPicPr>
          <p:cNvPr id="7" name="Picture 6" descr="A blue and black pixelated cartoon character&#10;&#10;AI-generated content may be incorrect.">
            <a:extLst>
              <a:ext uri="{FF2B5EF4-FFF2-40B4-BE49-F238E27FC236}">
                <a16:creationId xmlns:a16="http://schemas.microsoft.com/office/drawing/2014/main" id="{10385C2A-2EAE-3505-0940-730066B79FF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8584" y="5719693"/>
            <a:ext cx="1065563" cy="1065563"/>
          </a:xfrm>
          <a:prstGeom prst="rect">
            <a:avLst/>
          </a:prstGeom>
        </p:spPr>
      </p:pic>
      <p:pic>
        <p:nvPicPr>
          <p:cNvPr id="8" name="Picture 7" descr="A pink and black cartoon character&#10;&#10;AI-generated content may be incorrect.">
            <a:extLst>
              <a:ext uri="{FF2B5EF4-FFF2-40B4-BE49-F238E27FC236}">
                <a16:creationId xmlns:a16="http://schemas.microsoft.com/office/drawing/2014/main" id="{08D113F5-EC30-3376-AB98-56FD288E77C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0628" y="5712043"/>
            <a:ext cx="1065563" cy="1065563"/>
          </a:xfrm>
          <a:prstGeom prst="rect">
            <a:avLst/>
          </a:prstGeom>
        </p:spPr>
      </p:pic>
      <p:pic>
        <p:nvPicPr>
          <p:cNvPr id="9" name="Content Placeholder 14" descr="A red and black cartoon character&#10;&#10;AI-generated content may be incorrect.">
            <a:extLst>
              <a:ext uri="{FF2B5EF4-FFF2-40B4-BE49-F238E27FC236}">
                <a16:creationId xmlns:a16="http://schemas.microsoft.com/office/drawing/2014/main" id="{16ED8838-A1CF-8B48-4C70-006877999A8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807" y="5712044"/>
            <a:ext cx="1065564" cy="106556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15AFBBD-37B9-0DC7-96BC-3EF6ACD82754}"/>
              </a:ext>
            </a:extLst>
          </p:cNvPr>
          <p:cNvSpPr/>
          <p:nvPr/>
        </p:nvSpPr>
        <p:spPr>
          <a:xfrm>
            <a:off x="3664734" y="6099585"/>
            <a:ext cx="383458" cy="393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E82E11-5CD4-9B8E-8CC5-944ABE88A62F}"/>
              </a:ext>
            </a:extLst>
          </p:cNvPr>
          <p:cNvSpPr/>
          <p:nvPr/>
        </p:nvSpPr>
        <p:spPr>
          <a:xfrm>
            <a:off x="4547650" y="6099585"/>
            <a:ext cx="383458" cy="393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694ABAC-DE8E-85D8-A361-CDD503F49A9D}"/>
              </a:ext>
            </a:extLst>
          </p:cNvPr>
          <p:cNvSpPr/>
          <p:nvPr/>
        </p:nvSpPr>
        <p:spPr>
          <a:xfrm>
            <a:off x="7260891" y="6099585"/>
            <a:ext cx="383458" cy="393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7705F6D-082F-B89C-C520-0904DE5E5B55}"/>
              </a:ext>
            </a:extLst>
          </p:cNvPr>
          <p:cNvSpPr/>
          <p:nvPr/>
        </p:nvSpPr>
        <p:spPr>
          <a:xfrm>
            <a:off x="8143807" y="6099585"/>
            <a:ext cx="383458" cy="393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455C07F-F124-6B38-1D80-8F17C60C3A3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31108" y="2703226"/>
            <a:ext cx="2329783" cy="2311234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C67662C-048D-A072-5610-F60F92EE587F}"/>
              </a:ext>
            </a:extLst>
          </p:cNvPr>
          <p:cNvSpPr/>
          <p:nvPr/>
        </p:nvSpPr>
        <p:spPr>
          <a:xfrm>
            <a:off x="-390470" y="594394"/>
            <a:ext cx="4055204" cy="78658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8" name="Nadpis 1">
            <a:extLst>
              <a:ext uri="{FF2B5EF4-FFF2-40B4-BE49-F238E27FC236}">
                <a16:creationId xmlns:a16="http://schemas.microsoft.com/office/drawing/2014/main" id="{DC0B114A-B239-53BD-92ED-3D30443FA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8589" y="324901"/>
            <a:ext cx="10515600" cy="1325563"/>
          </a:xfrm>
        </p:spPr>
        <p:txBody>
          <a:bodyPr/>
          <a:lstStyle/>
          <a:p>
            <a:r>
              <a:rPr lang="cs-CZ" dirty="0">
                <a:solidFill>
                  <a:schemeClr val="bg1"/>
                </a:solidFill>
              </a:rPr>
              <a:t>Průběh hry</a:t>
            </a:r>
          </a:p>
        </p:txBody>
      </p:sp>
      <p:pic>
        <p:nvPicPr>
          <p:cNvPr id="19" name="Graphic 18" descr="Game controller with solid fill">
            <a:extLst>
              <a:ext uri="{FF2B5EF4-FFF2-40B4-BE49-F238E27FC236}">
                <a16:creationId xmlns:a16="http://schemas.microsoft.com/office/drawing/2014/main" id="{392CD5A9-E42C-CF75-07A2-60E9420151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32008" y="594393"/>
            <a:ext cx="786581" cy="786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9838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6A193795-6C5D-620B-3881-C687926F13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8402" y="1513638"/>
            <a:ext cx="3317291" cy="332785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E48AEE3-0687-67E8-F8F1-07BC81FB5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6307" y="1513639"/>
            <a:ext cx="3322987" cy="332785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DFDA992-7D91-5CBC-6EE6-810F6B065B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7354" y="1513639"/>
            <a:ext cx="3317291" cy="334400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13D528A4-5CD7-8E7B-CA28-665F204095B6}"/>
              </a:ext>
            </a:extLst>
          </p:cNvPr>
          <p:cNvGrpSpPr/>
          <p:nvPr/>
        </p:nvGrpSpPr>
        <p:grpSpPr>
          <a:xfrm>
            <a:off x="-13881" y="5077328"/>
            <a:ext cx="12205881" cy="1780672"/>
            <a:chOff x="-13881" y="5077328"/>
            <a:chExt cx="12205881" cy="1780672"/>
          </a:xfrm>
        </p:grpSpPr>
        <p:sp>
          <p:nvSpPr>
            <p:cNvPr id="4" name="Obdélník 21">
              <a:extLst>
                <a:ext uri="{FF2B5EF4-FFF2-40B4-BE49-F238E27FC236}">
                  <a16:creationId xmlns:a16="http://schemas.microsoft.com/office/drawing/2014/main" id="{A1290088-0B3F-930E-9467-75F3E20DF292}"/>
                </a:ext>
              </a:extLst>
            </p:cNvPr>
            <p:cNvSpPr/>
            <p:nvPr/>
          </p:nvSpPr>
          <p:spPr>
            <a:xfrm>
              <a:off x="-13881" y="5639303"/>
              <a:ext cx="12205881" cy="1218697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  <p:pic>
          <p:nvPicPr>
            <p:cNvPr id="5" name="Obrázek 22" descr="Obsah obrázku kruh, žlutá, Grafika, Barevnost&#10;&#10;Obsah generovaný pomocí AI může být nesprávný.">
              <a:extLst>
                <a:ext uri="{FF2B5EF4-FFF2-40B4-BE49-F238E27FC236}">
                  <a16:creationId xmlns:a16="http://schemas.microsoft.com/office/drawing/2014/main" id="{6305891D-176B-F970-185B-F6E8A7FAC01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549337" y="5077328"/>
              <a:ext cx="1065563" cy="1123950"/>
            </a:xfrm>
            <a:prstGeom prst="rect">
              <a:avLst/>
            </a:prstGeom>
          </p:spPr>
        </p:pic>
      </p:grpSp>
      <p:pic>
        <p:nvPicPr>
          <p:cNvPr id="6" name="Picture 5" descr="A cartoon face with blue eyes and black squares&#10;&#10;AI-generated content may be incorrect.">
            <a:extLst>
              <a:ext uri="{FF2B5EF4-FFF2-40B4-BE49-F238E27FC236}">
                <a16:creationId xmlns:a16="http://schemas.microsoft.com/office/drawing/2014/main" id="{1B442E32-8992-A1C2-5018-012734E84A0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853" y="5719693"/>
            <a:ext cx="1065563" cy="1065563"/>
          </a:xfrm>
          <a:prstGeom prst="rect">
            <a:avLst/>
          </a:prstGeom>
        </p:spPr>
      </p:pic>
      <p:pic>
        <p:nvPicPr>
          <p:cNvPr id="7" name="Picture 6" descr="A blue and black pixelated cartoon character&#10;&#10;AI-generated content may be incorrect.">
            <a:extLst>
              <a:ext uri="{FF2B5EF4-FFF2-40B4-BE49-F238E27FC236}">
                <a16:creationId xmlns:a16="http://schemas.microsoft.com/office/drawing/2014/main" id="{53A2ED66-EC47-78EF-2C0C-C4BEF394A4B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8584" y="5719693"/>
            <a:ext cx="1065563" cy="1065563"/>
          </a:xfrm>
          <a:prstGeom prst="rect">
            <a:avLst/>
          </a:prstGeom>
        </p:spPr>
      </p:pic>
      <p:pic>
        <p:nvPicPr>
          <p:cNvPr id="8" name="Picture 7" descr="A pink and black cartoon character&#10;&#10;AI-generated content may be incorrect.">
            <a:extLst>
              <a:ext uri="{FF2B5EF4-FFF2-40B4-BE49-F238E27FC236}">
                <a16:creationId xmlns:a16="http://schemas.microsoft.com/office/drawing/2014/main" id="{A315744C-9CCA-FB58-B1CA-235225DFD9F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0628" y="5712043"/>
            <a:ext cx="1065563" cy="1065563"/>
          </a:xfrm>
          <a:prstGeom prst="rect">
            <a:avLst/>
          </a:prstGeom>
        </p:spPr>
      </p:pic>
      <p:pic>
        <p:nvPicPr>
          <p:cNvPr id="9" name="Content Placeholder 14" descr="A red and black cartoon character&#10;&#10;AI-generated content may be incorrect.">
            <a:extLst>
              <a:ext uri="{FF2B5EF4-FFF2-40B4-BE49-F238E27FC236}">
                <a16:creationId xmlns:a16="http://schemas.microsoft.com/office/drawing/2014/main" id="{B6C72EB3-1376-17EB-216E-1F7DC03105E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807" y="5712044"/>
            <a:ext cx="1065564" cy="106556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D24C70E-15FE-6C33-5D16-FCA629CDD94F}"/>
              </a:ext>
            </a:extLst>
          </p:cNvPr>
          <p:cNvSpPr/>
          <p:nvPr/>
        </p:nvSpPr>
        <p:spPr>
          <a:xfrm>
            <a:off x="3664734" y="6099585"/>
            <a:ext cx="383458" cy="393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D288E5F-212F-1E0E-7DAB-BC2445CB806C}"/>
              </a:ext>
            </a:extLst>
          </p:cNvPr>
          <p:cNvSpPr/>
          <p:nvPr/>
        </p:nvSpPr>
        <p:spPr>
          <a:xfrm>
            <a:off x="4547650" y="6099585"/>
            <a:ext cx="383458" cy="393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F1D241B-026B-2E1E-0DC3-2BF353047223}"/>
              </a:ext>
            </a:extLst>
          </p:cNvPr>
          <p:cNvSpPr/>
          <p:nvPr/>
        </p:nvSpPr>
        <p:spPr>
          <a:xfrm>
            <a:off x="7260891" y="6099585"/>
            <a:ext cx="383458" cy="393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21EF604-9C24-9F25-BD38-45DFD7D92F9A}"/>
              </a:ext>
            </a:extLst>
          </p:cNvPr>
          <p:cNvSpPr/>
          <p:nvPr/>
        </p:nvSpPr>
        <p:spPr>
          <a:xfrm>
            <a:off x="8143807" y="6099585"/>
            <a:ext cx="383458" cy="393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B645CCE-F664-D46D-1ADE-0FDBEDF93B09}"/>
              </a:ext>
            </a:extLst>
          </p:cNvPr>
          <p:cNvSpPr/>
          <p:nvPr/>
        </p:nvSpPr>
        <p:spPr>
          <a:xfrm>
            <a:off x="-390471" y="594394"/>
            <a:ext cx="4186084" cy="78658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23" name="Nadpis 1">
            <a:extLst>
              <a:ext uri="{FF2B5EF4-FFF2-40B4-BE49-F238E27FC236}">
                <a16:creationId xmlns:a16="http://schemas.microsoft.com/office/drawing/2014/main" id="{3044EEB6-A8FA-2889-07BF-AFF7B008B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746" y="324902"/>
            <a:ext cx="10515600" cy="1325563"/>
          </a:xfrm>
        </p:spPr>
        <p:txBody>
          <a:bodyPr/>
          <a:lstStyle/>
          <a:p>
            <a:r>
              <a:rPr lang="cs-CZ" dirty="0">
                <a:solidFill>
                  <a:schemeClr val="bg1"/>
                </a:solidFill>
              </a:rPr>
              <a:t>Herní mapy</a:t>
            </a:r>
          </a:p>
        </p:txBody>
      </p:sp>
      <p:pic>
        <p:nvPicPr>
          <p:cNvPr id="24" name="Graphic 23" descr="Map with pin with solid fill">
            <a:extLst>
              <a:ext uri="{FF2B5EF4-FFF2-40B4-BE49-F238E27FC236}">
                <a16:creationId xmlns:a16="http://schemas.microsoft.com/office/drawing/2014/main" id="{32D54A7E-E818-AD70-F2C4-A4D02B8AA4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888" y="529254"/>
            <a:ext cx="916858" cy="916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595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9745F-8ACF-471D-1459-8BE6DA772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1B2C1B4-F589-1DAD-E5B0-704FF85F18C2}"/>
              </a:ext>
            </a:extLst>
          </p:cNvPr>
          <p:cNvSpPr/>
          <p:nvPr/>
        </p:nvSpPr>
        <p:spPr>
          <a:xfrm>
            <a:off x="-390471" y="594394"/>
            <a:ext cx="4186084" cy="78658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73D4F79-0167-1432-F6DB-A5C8BD5A9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746" y="324902"/>
            <a:ext cx="10515600" cy="1325563"/>
          </a:xfrm>
        </p:spPr>
        <p:txBody>
          <a:bodyPr/>
          <a:lstStyle/>
          <a:p>
            <a:r>
              <a:rPr lang="cs-CZ" dirty="0">
                <a:solidFill>
                  <a:schemeClr val="bg1"/>
                </a:solidFill>
              </a:rPr>
              <a:t>Herní mapy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3164CF-D0E6-00A9-09E1-933A3A52C8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858" y="1497708"/>
            <a:ext cx="4186084" cy="3862584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08427052-98A6-9ED7-8B0B-F99EC62503DD}"/>
              </a:ext>
            </a:extLst>
          </p:cNvPr>
          <p:cNvGrpSpPr/>
          <p:nvPr/>
        </p:nvGrpSpPr>
        <p:grpSpPr>
          <a:xfrm>
            <a:off x="-13881" y="5077328"/>
            <a:ext cx="12205881" cy="1780672"/>
            <a:chOff x="-13881" y="5077328"/>
            <a:chExt cx="12205881" cy="1780672"/>
          </a:xfrm>
        </p:grpSpPr>
        <p:sp>
          <p:nvSpPr>
            <p:cNvPr id="6" name="Obdélník 21">
              <a:extLst>
                <a:ext uri="{FF2B5EF4-FFF2-40B4-BE49-F238E27FC236}">
                  <a16:creationId xmlns:a16="http://schemas.microsoft.com/office/drawing/2014/main" id="{C6571E00-917A-686F-0E96-A3A6A808FFF7}"/>
                </a:ext>
              </a:extLst>
            </p:cNvPr>
            <p:cNvSpPr/>
            <p:nvPr/>
          </p:nvSpPr>
          <p:spPr>
            <a:xfrm>
              <a:off x="-13881" y="5639303"/>
              <a:ext cx="12205881" cy="1218697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  <p:pic>
          <p:nvPicPr>
            <p:cNvPr id="7" name="Obrázek 22" descr="Obsah obrázku kruh, žlutá, Grafika, Barevnost&#10;&#10;Obsah generovaný pomocí AI může být nesprávný.">
              <a:extLst>
                <a:ext uri="{FF2B5EF4-FFF2-40B4-BE49-F238E27FC236}">
                  <a16:creationId xmlns:a16="http://schemas.microsoft.com/office/drawing/2014/main" id="{F5AF69FF-92F1-3F97-9C6A-89624852A0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49337" y="5077328"/>
              <a:ext cx="1065563" cy="1123950"/>
            </a:xfrm>
            <a:prstGeom prst="rect">
              <a:avLst/>
            </a:prstGeom>
          </p:spPr>
        </p:pic>
      </p:grpSp>
      <p:pic>
        <p:nvPicPr>
          <p:cNvPr id="8" name="Picture 7" descr="A cartoon face with blue eyes and black squares&#10;&#10;AI-generated content may be incorrect.">
            <a:extLst>
              <a:ext uri="{FF2B5EF4-FFF2-40B4-BE49-F238E27FC236}">
                <a16:creationId xmlns:a16="http://schemas.microsoft.com/office/drawing/2014/main" id="{1AAE5749-5065-4525-5B2D-D863832A8B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853" y="5719693"/>
            <a:ext cx="1065563" cy="1065563"/>
          </a:xfrm>
          <a:prstGeom prst="rect">
            <a:avLst/>
          </a:prstGeom>
        </p:spPr>
      </p:pic>
      <p:pic>
        <p:nvPicPr>
          <p:cNvPr id="9" name="Picture 8" descr="A blue and black pixelated cartoon character&#10;&#10;AI-generated content may be incorrect.">
            <a:extLst>
              <a:ext uri="{FF2B5EF4-FFF2-40B4-BE49-F238E27FC236}">
                <a16:creationId xmlns:a16="http://schemas.microsoft.com/office/drawing/2014/main" id="{48DC6BDE-283E-331A-4D13-1D9FA74E40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8584" y="5719693"/>
            <a:ext cx="1065563" cy="1065563"/>
          </a:xfrm>
          <a:prstGeom prst="rect">
            <a:avLst/>
          </a:prstGeom>
        </p:spPr>
      </p:pic>
      <p:pic>
        <p:nvPicPr>
          <p:cNvPr id="10" name="Picture 9" descr="A pink and black cartoon character&#10;&#10;AI-generated content may be incorrect.">
            <a:extLst>
              <a:ext uri="{FF2B5EF4-FFF2-40B4-BE49-F238E27FC236}">
                <a16:creationId xmlns:a16="http://schemas.microsoft.com/office/drawing/2014/main" id="{62577C0E-B7B1-B852-BE7E-1A16715B435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0628" y="5712043"/>
            <a:ext cx="1065563" cy="1065563"/>
          </a:xfrm>
          <a:prstGeom prst="rect">
            <a:avLst/>
          </a:prstGeom>
        </p:spPr>
      </p:pic>
      <p:pic>
        <p:nvPicPr>
          <p:cNvPr id="11" name="Content Placeholder 14" descr="A red and black cartoon character&#10;&#10;AI-generated content may be incorrect.">
            <a:extLst>
              <a:ext uri="{FF2B5EF4-FFF2-40B4-BE49-F238E27FC236}">
                <a16:creationId xmlns:a16="http://schemas.microsoft.com/office/drawing/2014/main" id="{F0F00233-9A23-45D9-5191-0584C9CD28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807" y="5712044"/>
            <a:ext cx="1065564" cy="1065566"/>
          </a:xfr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F6D4D98-AA9C-777A-21B3-0AAC6B9DCF1C}"/>
              </a:ext>
            </a:extLst>
          </p:cNvPr>
          <p:cNvSpPr/>
          <p:nvPr/>
        </p:nvSpPr>
        <p:spPr>
          <a:xfrm>
            <a:off x="3664734" y="6099585"/>
            <a:ext cx="383458" cy="393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D92B5D3-002F-992D-57C1-F7CB91C8D7B2}"/>
              </a:ext>
            </a:extLst>
          </p:cNvPr>
          <p:cNvSpPr/>
          <p:nvPr/>
        </p:nvSpPr>
        <p:spPr>
          <a:xfrm>
            <a:off x="4547650" y="6099585"/>
            <a:ext cx="383458" cy="393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5ABC865-DA19-023A-E87B-3C825FBD8D28}"/>
              </a:ext>
            </a:extLst>
          </p:cNvPr>
          <p:cNvSpPr/>
          <p:nvPr/>
        </p:nvSpPr>
        <p:spPr>
          <a:xfrm>
            <a:off x="7260891" y="6099585"/>
            <a:ext cx="383458" cy="393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69FB2CB-AED4-F266-E44E-BE9CCAA691E7}"/>
              </a:ext>
            </a:extLst>
          </p:cNvPr>
          <p:cNvSpPr/>
          <p:nvPr/>
        </p:nvSpPr>
        <p:spPr>
          <a:xfrm>
            <a:off x="8143807" y="6099585"/>
            <a:ext cx="383458" cy="393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19" name="Picture 18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0AB4331E-4774-57C2-05BE-A2FADD20631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6341" y="1957835"/>
            <a:ext cx="5547459" cy="2618620"/>
          </a:xfrm>
          <a:prstGeom prst="rect">
            <a:avLst/>
          </a:prstGeom>
        </p:spPr>
      </p:pic>
      <p:pic>
        <p:nvPicPr>
          <p:cNvPr id="15" name="Graphic 14" descr="Map with pin with solid fill">
            <a:extLst>
              <a:ext uri="{FF2B5EF4-FFF2-40B4-BE49-F238E27FC236}">
                <a16:creationId xmlns:a16="http://schemas.microsoft.com/office/drawing/2014/main" id="{16BB7526-C395-08BB-9310-05EC4329CF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888" y="529254"/>
            <a:ext cx="916858" cy="916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333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EF898-1ABC-3267-2C2B-3EF3A6C63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computer screen shot of a code&#10;&#10;AI-generated content may be incorrect.">
            <a:extLst>
              <a:ext uri="{FF2B5EF4-FFF2-40B4-BE49-F238E27FC236}">
                <a16:creationId xmlns:a16="http://schemas.microsoft.com/office/drawing/2014/main" id="{2EB5D76D-ECB1-F28B-2FB0-2BADFEBE69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509" y="1529122"/>
            <a:ext cx="3607683" cy="1914281"/>
          </a:xfrm>
          <a:prstGeom prst="rect">
            <a:avLst/>
          </a:prstGeom>
        </p:spPr>
      </p:pic>
      <p:pic>
        <p:nvPicPr>
          <p:cNvPr id="17" name="Picture 16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FFE504A2-0DC0-B61D-34E8-9E4B909EB2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9223" y="1529122"/>
            <a:ext cx="3593555" cy="22666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82C841A-00EB-BEC3-30FD-E539496592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068" y="3886588"/>
            <a:ext cx="5734050" cy="11430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12964CA6-CA57-B0ED-0486-0A1EA8957919}"/>
              </a:ext>
            </a:extLst>
          </p:cNvPr>
          <p:cNvGrpSpPr/>
          <p:nvPr/>
        </p:nvGrpSpPr>
        <p:grpSpPr>
          <a:xfrm>
            <a:off x="-13881" y="5077328"/>
            <a:ext cx="12205881" cy="1780672"/>
            <a:chOff x="-13881" y="5077328"/>
            <a:chExt cx="12205881" cy="1780672"/>
          </a:xfrm>
        </p:grpSpPr>
        <p:sp>
          <p:nvSpPr>
            <p:cNvPr id="6" name="Obdélník 21">
              <a:extLst>
                <a:ext uri="{FF2B5EF4-FFF2-40B4-BE49-F238E27FC236}">
                  <a16:creationId xmlns:a16="http://schemas.microsoft.com/office/drawing/2014/main" id="{3CF10E45-1761-35E7-99B0-217BA4D96002}"/>
                </a:ext>
              </a:extLst>
            </p:cNvPr>
            <p:cNvSpPr/>
            <p:nvPr/>
          </p:nvSpPr>
          <p:spPr>
            <a:xfrm>
              <a:off x="-13881" y="5639303"/>
              <a:ext cx="12205881" cy="1218697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  <p:pic>
          <p:nvPicPr>
            <p:cNvPr id="7" name="Obrázek 22" descr="Obsah obrázku kruh, žlutá, Grafika, Barevnost&#10;&#10;Obsah generovaný pomocí AI může být nesprávný.">
              <a:extLst>
                <a:ext uri="{FF2B5EF4-FFF2-40B4-BE49-F238E27FC236}">
                  <a16:creationId xmlns:a16="http://schemas.microsoft.com/office/drawing/2014/main" id="{6DC6C439-CE84-1662-DF04-D2ECA452D14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549337" y="5077328"/>
              <a:ext cx="1065563" cy="1123950"/>
            </a:xfrm>
            <a:prstGeom prst="rect">
              <a:avLst/>
            </a:prstGeom>
          </p:spPr>
        </p:pic>
      </p:grpSp>
      <p:pic>
        <p:nvPicPr>
          <p:cNvPr id="8" name="Picture 7" descr="A cartoon face with blue eyes and black squares&#10;&#10;AI-generated content may be incorrect.">
            <a:extLst>
              <a:ext uri="{FF2B5EF4-FFF2-40B4-BE49-F238E27FC236}">
                <a16:creationId xmlns:a16="http://schemas.microsoft.com/office/drawing/2014/main" id="{1D0814F4-9B30-4D86-AF82-B1DA2A89E6A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853" y="5719693"/>
            <a:ext cx="1065563" cy="1065563"/>
          </a:xfrm>
          <a:prstGeom prst="rect">
            <a:avLst/>
          </a:prstGeom>
        </p:spPr>
      </p:pic>
      <p:pic>
        <p:nvPicPr>
          <p:cNvPr id="9" name="Picture 8" descr="A blue and black pixelated cartoon character&#10;&#10;AI-generated content may be incorrect.">
            <a:extLst>
              <a:ext uri="{FF2B5EF4-FFF2-40B4-BE49-F238E27FC236}">
                <a16:creationId xmlns:a16="http://schemas.microsoft.com/office/drawing/2014/main" id="{FA4CE9A8-83BB-EE82-28E5-CA1DEB1BA0E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8584" y="5719693"/>
            <a:ext cx="1065563" cy="1065563"/>
          </a:xfrm>
          <a:prstGeom prst="rect">
            <a:avLst/>
          </a:prstGeom>
        </p:spPr>
      </p:pic>
      <p:pic>
        <p:nvPicPr>
          <p:cNvPr id="10" name="Picture 9" descr="A pink and black cartoon character&#10;&#10;AI-generated content may be incorrect.">
            <a:extLst>
              <a:ext uri="{FF2B5EF4-FFF2-40B4-BE49-F238E27FC236}">
                <a16:creationId xmlns:a16="http://schemas.microsoft.com/office/drawing/2014/main" id="{6FF2552E-8039-AEA5-BFD6-2C66FD8B475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0628" y="5712043"/>
            <a:ext cx="1065563" cy="1065563"/>
          </a:xfrm>
          <a:prstGeom prst="rect">
            <a:avLst/>
          </a:prstGeom>
        </p:spPr>
      </p:pic>
      <p:pic>
        <p:nvPicPr>
          <p:cNvPr id="11" name="Content Placeholder 14" descr="A red and black cartoon character&#10;&#10;AI-generated content may be incorrect.">
            <a:extLst>
              <a:ext uri="{FF2B5EF4-FFF2-40B4-BE49-F238E27FC236}">
                <a16:creationId xmlns:a16="http://schemas.microsoft.com/office/drawing/2014/main" id="{4B1164B8-55D0-6A3A-D8D9-1FC7D30DEB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807" y="5712044"/>
            <a:ext cx="1065564" cy="1065566"/>
          </a:xfr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A62E014-0064-2A86-24F8-0284E6AE5240}"/>
              </a:ext>
            </a:extLst>
          </p:cNvPr>
          <p:cNvSpPr/>
          <p:nvPr/>
        </p:nvSpPr>
        <p:spPr>
          <a:xfrm>
            <a:off x="3664734" y="6099585"/>
            <a:ext cx="383458" cy="393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28E2FCB-EA89-2460-7446-AC142737F103}"/>
              </a:ext>
            </a:extLst>
          </p:cNvPr>
          <p:cNvSpPr/>
          <p:nvPr/>
        </p:nvSpPr>
        <p:spPr>
          <a:xfrm>
            <a:off x="4547650" y="6099585"/>
            <a:ext cx="383458" cy="393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80E2513-26AD-F1BB-917E-E9DA2B98E74C}"/>
              </a:ext>
            </a:extLst>
          </p:cNvPr>
          <p:cNvSpPr/>
          <p:nvPr/>
        </p:nvSpPr>
        <p:spPr>
          <a:xfrm>
            <a:off x="7260891" y="6099585"/>
            <a:ext cx="383458" cy="393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CC80CFF-5FEB-EFE0-8C74-2B737712BDD7}"/>
              </a:ext>
            </a:extLst>
          </p:cNvPr>
          <p:cNvSpPr/>
          <p:nvPr/>
        </p:nvSpPr>
        <p:spPr>
          <a:xfrm>
            <a:off x="8143807" y="6099585"/>
            <a:ext cx="383458" cy="393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8AE8C8B-02DA-3962-F66C-7E0142A3A9A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43807" y="1388807"/>
            <a:ext cx="3611022" cy="3616781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D24B787-D7FF-1A46-6A1E-E9C855C7AB27}"/>
              </a:ext>
            </a:extLst>
          </p:cNvPr>
          <p:cNvSpPr/>
          <p:nvPr/>
        </p:nvSpPr>
        <p:spPr>
          <a:xfrm>
            <a:off x="-390471" y="594394"/>
            <a:ext cx="4186084" cy="78658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21" name="Nadpis 1">
            <a:extLst>
              <a:ext uri="{FF2B5EF4-FFF2-40B4-BE49-F238E27FC236}">
                <a16:creationId xmlns:a16="http://schemas.microsoft.com/office/drawing/2014/main" id="{D3E75E62-EFAB-1788-AB95-08727A3FD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746" y="324902"/>
            <a:ext cx="10515600" cy="1325563"/>
          </a:xfrm>
        </p:spPr>
        <p:txBody>
          <a:bodyPr/>
          <a:lstStyle/>
          <a:p>
            <a:r>
              <a:rPr lang="cs-CZ" dirty="0">
                <a:solidFill>
                  <a:schemeClr val="bg1"/>
                </a:solidFill>
              </a:rPr>
              <a:t>Herní mapy</a:t>
            </a:r>
          </a:p>
        </p:txBody>
      </p:sp>
      <p:pic>
        <p:nvPicPr>
          <p:cNvPr id="22" name="Graphic 21" descr="Map with pin with solid fill">
            <a:extLst>
              <a:ext uri="{FF2B5EF4-FFF2-40B4-BE49-F238E27FC236}">
                <a16:creationId xmlns:a16="http://schemas.microsoft.com/office/drawing/2014/main" id="{B2D88C83-0C15-0AD6-79C7-247EB68914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9888" y="529254"/>
            <a:ext cx="916858" cy="916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6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59D084A-B8BC-4340-3E39-44A83705A47D}"/>
              </a:ext>
            </a:extLst>
          </p:cNvPr>
          <p:cNvSpPr/>
          <p:nvPr/>
        </p:nvSpPr>
        <p:spPr>
          <a:xfrm>
            <a:off x="-390472" y="594394"/>
            <a:ext cx="6240666" cy="78658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4C1B02-45BF-B833-47A3-E3DC03A1C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solidFill>
                  <a:schemeClr val="bg1"/>
                </a:solidFill>
              </a:rPr>
              <a:t>Speciální schopnosti</a:t>
            </a:r>
          </a:p>
        </p:txBody>
      </p:sp>
      <p:pic>
        <p:nvPicPr>
          <p:cNvPr id="18" name="Content Placeholder 17" descr="A red heart with white center&#10;&#10;AI-generated content may be incorrect.">
            <a:extLst>
              <a:ext uri="{FF2B5EF4-FFF2-40B4-BE49-F238E27FC236}">
                <a16:creationId xmlns:a16="http://schemas.microsoft.com/office/drawing/2014/main" id="{26C3D23C-1C71-AD76-B8DD-DFC321BA12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7610" y="2136271"/>
            <a:ext cx="2419350" cy="2419350"/>
          </a:xfrm>
        </p:spPr>
      </p:pic>
      <p:pic>
        <p:nvPicPr>
          <p:cNvPr id="20" name="Picture 19" descr="A red and green cherries&#10;&#10;AI-generated content may be incorrect.">
            <a:extLst>
              <a:ext uri="{FF2B5EF4-FFF2-40B4-BE49-F238E27FC236}">
                <a16:creationId xmlns:a16="http://schemas.microsoft.com/office/drawing/2014/main" id="{5B0417D2-F3FD-682F-4856-4DF826995E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1431" y="1875354"/>
            <a:ext cx="2941183" cy="2941183"/>
          </a:xfrm>
          <a:prstGeom prst="rect">
            <a:avLst/>
          </a:prstGeom>
        </p:spPr>
      </p:pic>
      <p:pic>
        <p:nvPicPr>
          <p:cNvPr id="22" name="Picture 21" descr="A white and red pixelated ghost&#10;&#10;AI-generated content may be incorrect.">
            <a:extLst>
              <a:ext uri="{FF2B5EF4-FFF2-40B4-BE49-F238E27FC236}">
                <a16:creationId xmlns:a16="http://schemas.microsoft.com/office/drawing/2014/main" id="{0AE420E9-3AAC-8644-E3D1-FD7F78FFC2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040" y="2136271"/>
            <a:ext cx="2151396" cy="2151396"/>
          </a:xfrm>
          <a:prstGeom prst="rect">
            <a:avLst/>
          </a:prstGeom>
          <a:effectLst>
            <a:outerShdw blurRad="50800" dist="50800" dir="5400000" sx="107000" sy="107000" algn="ctr" rotWithShape="0">
              <a:srgbClr val="000000"/>
            </a:outerShdw>
          </a:effec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ADA8AC64-BD5E-2264-CB73-19E1F48F8FE6}"/>
              </a:ext>
            </a:extLst>
          </p:cNvPr>
          <p:cNvGrpSpPr/>
          <p:nvPr/>
        </p:nvGrpSpPr>
        <p:grpSpPr>
          <a:xfrm>
            <a:off x="-13881" y="5077328"/>
            <a:ext cx="12205881" cy="1780672"/>
            <a:chOff x="-13881" y="5077328"/>
            <a:chExt cx="12205881" cy="1780672"/>
          </a:xfrm>
        </p:grpSpPr>
        <p:sp>
          <p:nvSpPr>
            <p:cNvPr id="4" name="Obdélník 21">
              <a:extLst>
                <a:ext uri="{FF2B5EF4-FFF2-40B4-BE49-F238E27FC236}">
                  <a16:creationId xmlns:a16="http://schemas.microsoft.com/office/drawing/2014/main" id="{B17B21ED-069B-0FD6-42D1-BE1B873CDE17}"/>
                </a:ext>
              </a:extLst>
            </p:cNvPr>
            <p:cNvSpPr/>
            <p:nvPr/>
          </p:nvSpPr>
          <p:spPr>
            <a:xfrm>
              <a:off x="-13881" y="5639303"/>
              <a:ext cx="12205881" cy="1218697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  <p:pic>
          <p:nvPicPr>
            <p:cNvPr id="5" name="Obrázek 22" descr="Obsah obrázku kruh, žlutá, Grafika, Barevnost&#10;&#10;Obsah generovaný pomocí AI může být nesprávný.">
              <a:extLst>
                <a:ext uri="{FF2B5EF4-FFF2-40B4-BE49-F238E27FC236}">
                  <a16:creationId xmlns:a16="http://schemas.microsoft.com/office/drawing/2014/main" id="{F5EFE7F8-799D-88A0-B8C5-FE2989EF629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549337" y="5077328"/>
              <a:ext cx="1065563" cy="1123950"/>
            </a:xfrm>
            <a:prstGeom prst="rect">
              <a:avLst/>
            </a:prstGeom>
          </p:spPr>
        </p:pic>
      </p:grpSp>
      <p:pic>
        <p:nvPicPr>
          <p:cNvPr id="6" name="Picture 5" descr="A cartoon face with blue eyes and black squares&#10;&#10;AI-generated content may be incorrect.">
            <a:extLst>
              <a:ext uri="{FF2B5EF4-FFF2-40B4-BE49-F238E27FC236}">
                <a16:creationId xmlns:a16="http://schemas.microsoft.com/office/drawing/2014/main" id="{D1298F58-F372-C434-82F7-44866CB590C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853" y="5719693"/>
            <a:ext cx="1065563" cy="1065563"/>
          </a:xfrm>
          <a:prstGeom prst="rect">
            <a:avLst/>
          </a:prstGeom>
        </p:spPr>
      </p:pic>
      <p:pic>
        <p:nvPicPr>
          <p:cNvPr id="7" name="Picture 6" descr="A blue and black pixelated cartoon character&#10;&#10;AI-generated content may be incorrect.">
            <a:extLst>
              <a:ext uri="{FF2B5EF4-FFF2-40B4-BE49-F238E27FC236}">
                <a16:creationId xmlns:a16="http://schemas.microsoft.com/office/drawing/2014/main" id="{45353DF0-EDCA-FB6E-CE05-1F6B1CE78A3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8584" y="5719693"/>
            <a:ext cx="1065563" cy="1065563"/>
          </a:xfrm>
          <a:prstGeom prst="rect">
            <a:avLst/>
          </a:prstGeom>
        </p:spPr>
      </p:pic>
      <p:pic>
        <p:nvPicPr>
          <p:cNvPr id="8" name="Picture 7" descr="A pink and black cartoon character&#10;&#10;AI-generated content may be incorrect.">
            <a:extLst>
              <a:ext uri="{FF2B5EF4-FFF2-40B4-BE49-F238E27FC236}">
                <a16:creationId xmlns:a16="http://schemas.microsoft.com/office/drawing/2014/main" id="{64C33489-222B-5074-150B-9A1BE139C56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0628" y="5712043"/>
            <a:ext cx="1065563" cy="1065563"/>
          </a:xfrm>
          <a:prstGeom prst="rect">
            <a:avLst/>
          </a:prstGeom>
        </p:spPr>
      </p:pic>
      <p:pic>
        <p:nvPicPr>
          <p:cNvPr id="9" name="Content Placeholder 14" descr="A red and black cartoon character&#10;&#10;AI-generated content may be incorrect.">
            <a:extLst>
              <a:ext uri="{FF2B5EF4-FFF2-40B4-BE49-F238E27FC236}">
                <a16:creationId xmlns:a16="http://schemas.microsoft.com/office/drawing/2014/main" id="{1722342D-9425-A7AE-9DCC-5C9A376307A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807" y="5712044"/>
            <a:ext cx="1065564" cy="106556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718AC10-ABDF-0102-48B7-8975CB7B0D86}"/>
              </a:ext>
            </a:extLst>
          </p:cNvPr>
          <p:cNvSpPr/>
          <p:nvPr/>
        </p:nvSpPr>
        <p:spPr>
          <a:xfrm>
            <a:off x="3664734" y="6099585"/>
            <a:ext cx="383458" cy="393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98EC9F-DFEA-91C5-0087-65769C766227}"/>
              </a:ext>
            </a:extLst>
          </p:cNvPr>
          <p:cNvSpPr/>
          <p:nvPr/>
        </p:nvSpPr>
        <p:spPr>
          <a:xfrm>
            <a:off x="4547650" y="6099585"/>
            <a:ext cx="383458" cy="393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161BE4A-A833-66ED-439C-75897AE6CF58}"/>
              </a:ext>
            </a:extLst>
          </p:cNvPr>
          <p:cNvSpPr/>
          <p:nvPr/>
        </p:nvSpPr>
        <p:spPr>
          <a:xfrm>
            <a:off x="7260891" y="6099585"/>
            <a:ext cx="383458" cy="393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09D714-BE9B-4B8B-2EC4-C36FB1871CBC}"/>
              </a:ext>
            </a:extLst>
          </p:cNvPr>
          <p:cNvSpPr/>
          <p:nvPr/>
        </p:nvSpPr>
        <p:spPr>
          <a:xfrm>
            <a:off x="8143807" y="6099585"/>
            <a:ext cx="383458" cy="393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15" name="Graphic 14" descr="Pointed Hat with solid fill">
            <a:extLst>
              <a:ext uri="{FF2B5EF4-FFF2-40B4-BE49-F238E27FC236}">
                <a16:creationId xmlns:a16="http://schemas.microsoft.com/office/drawing/2014/main" id="{B65A5B0D-C8D4-CA69-0BDC-A48C8A6D1C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861" y="594393"/>
            <a:ext cx="743199" cy="743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916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ECDB068-114E-1E35-5A37-45356632996E}"/>
              </a:ext>
            </a:extLst>
          </p:cNvPr>
          <p:cNvSpPr/>
          <p:nvPr/>
        </p:nvSpPr>
        <p:spPr>
          <a:xfrm>
            <a:off x="-390471" y="594394"/>
            <a:ext cx="3503887" cy="78658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7AA29B9-5EFC-2CA9-2E9E-A5C1F1F25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4930"/>
            <a:ext cx="10515600" cy="1325563"/>
          </a:xfrm>
        </p:spPr>
        <p:txBody>
          <a:bodyPr/>
          <a:lstStyle/>
          <a:p>
            <a:r>
              <a:rPr lang="cs-CZ" dirty="0">
                <a:solidFill>
                  <a:schemeClr val="bg1"/>
                </a:solidFill>
              </a:rPr>
              <a:t>Pac-man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2CB7235-9B01-9C03-AC92-52C3F5D37B03}"/>
              </a:ext>
            </a:extLst>
          </p:cNvPr>
          <p:cNvGrpSpPr/>
          <p:nvPr/>
        </p:nvGrpSpPr>
        <p:grpSpPr>
          <a:xfrm>
            <a:off x="-13881" y="5077328"/>
            <a:ext cx="12205881" cy="1780672"/>
            <a:chOff x="-13881" y="5077328"/>
            <a:chExt cx="12205881" cy="1780672"/>
          </a:xfrm>
        </p:grpSpPr>
        <p:sp>
          <p:nvSpPr>
            <p:cNvPr id="5" name="Obdélník 21">
              <a:extLst>
                <a:ext uri="{FF2B5EF4-FFF2-40B4-BE49-F238E27FC236}">
                  <a16:creationId xmlns:a16="http://schemas.microsoft.com/office/drawing/2014/main" id="{812048AE-E062-E258-C8F5-4CA14D18809F}"/>
                </a:ext>
              </a:extLst>
            </p:cNvPr>
            <p:cNvSpPr/>
            <p:nvPr/>
          </p:nvSpPr>
          <p:spPr>
            <a:xfrm>
              <a:off x="-13881" y="5639303"/>
              <a:ext cx="12205881" cy="1218697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  <p:pic>
          <p:nvPicPr>
            <p:cNvPr id="6" name="Obrázek 22" descr="Obsah obrázku kruh, žlutá, Grafika, Barevnost&#10;&#10;Obsah generovaný pomocí AI může být nesprávný.">
              <a:extLst>
                <a:ext uri="{FF2B5EF4-FFF2-40B4-BE49-F238E27FC236}">
                  <a16:creationId xmlns:a16="http://schemas.microsoft.com/office/drawing/2014/main" id="{7225FD39-16D7-8150-F6A8-F8447A7623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49337" y="5077328"/>
              <a:ext cx="1065563" cy="1123950"/>
            </a:xfrm>
            <a:prstGeom prst="rect">
              <a:avLst/>
            </a:prstGeom>
          </p:spPr>
        </p:pic>
      </p:grpSp>
      <p:pic>
        <p:nvPicPr>
          <p:cNvPr id="7" name="Picture 6" descr="A cartoon face with blue eyes and black squares&#10;&#10;AI-generated content may be incorrect.">
            <a:extLst>
              <a:ext uri="{FF2B5EF4-FFF2-40B4-BE49-F238E27FC236}">
                <a16:creationId xmlns:a16="http://schemas.microsoft.com/office/drawing/2014/main" id="{768F998A-A7E1-2E14-2F92-CF4C0DAA2B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853" y="5719693"/>
            <a:ext cx="1065563" cy="1065563"/>
          </a:xfrm>
          <a:prstGeom prst="rect">
            <a:avLst/>
          </a:prstGeom>
        </p:spPr>
      </p:pic>
      <p:pic>
        <p:nvPicPr>
          <p:cNvPr id="8" name="Picture 7" descr="A blue and black pixelated cartoon character&#10;&#10;AI-generated content may be incorrect.">
            <a:extLst>
              <a:ext uri="{FF2B5EF4-FFF2-40B4-BE49-F238E27FC236}">
                <a16:creationId xmlns:a16="http://schemas.microsoft.com/office/drawing/2014/main" id="{CA364C14-9C2A-B014-8DF2-D683FB896C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8584" y="5719693"/>
            <a:ext cx="1065563" cy="1065563"/>
          </a:xfrm>
          <a:prstGeom prst="rect">
            <a:avLst/>
          </a:prstGeom>
        </p:spPr>
      </p:pic>
      <p:pic>
        <p:nvPicPr>
          <p:cNvPr id="9" name="Picture 8" descr="A pink and black cartoon character&#10;&#10;AI-generated content may be incorrect.">
            <a:extLst>
              <a:ext uri="{FF2B5EF4-FFF2-40B4-BE49-F238E27FC236}">
                <a16:creationId xmlns:a16="http://schemas.microsoft.com/office/drawing/2014/main" id="{FC4F9183-BC6F-500E-557E-22A01BC5834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0628" y="5712043"/>
            <a:ext cx="1065563" cy="1065563"/>
          </a:xfrm>
          <a:prstGeom prst="rect">
            <a:avLst/>
          </a:prstGeom>
        </p:spPr>
      </p:pic>
      <p:pic>
        <p:nvPicPr>
          <p:cNvPr id="10" name="Content Placeholder 14" descr="A red and black cartoon character&#10;&#10;AI-generated content may be incorrect.">
            <a:extLst>
              <a:ext uri="{FF2B5EF4-FFF2-40B4-BE49-F238E27FC236}">
                <a16:creationId xmlns:a16="http://schemas.microsoft.com/office/drawing/2014/main" id="{0839E5CB-05B3-9311-3DA9-C92C2AA12FE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807" y="5712044"/>
            <a:ext cx="1065564" cy="106556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C4715BC-F55B-E9FE-C316-BBCDAAB106FA}"/>
              </a:ext>
            </a:extLst>
          </p:cNvPr>
          <p:cNvSpPr/>
          <p:nvPr/>
        </p:nvSpPr>
        <p:spPr>
          <a:xfrm>
            <a:off x="3664734" y="6099585"/>
            <a:ext cx="383458" cy="393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8A77D4-C743-02AE-3B9E-1D28BAFBADAF}"/>
              </a:ext>
            </a:extLst>
          </p:cNvPr>
          <p:cNvSpPr/>
          <p:nvPr/>
        </p:nvSpPr>
        <p:spPr>
          <a:xfrm>
            <a:off x="4547650" y="6099585"/>
            <a:ext cx="383458" cy="393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80A19D-9A71-7B93-4C81-625C2C60DA5D}"/>
              </a:ext>
            </a:extLst>
          </p:cNvPr>
          <p:cNvSpPr/>
          <p:nvPr/>
        </p:nvSpPr>
        <p:spPr>
          <a:xfrm>
            <a:off x="7260891" y="6099585"/>
            <a:ext cx="383458" cy="393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546CF3D-4E97-A745-A6A9-51579F92CC67}"/>
              </a:ext>
            </a:extLst>
          </p:cNvPr>
          <p:cNvSpPr/>
          <p:nvPr/>
        </p:nvSpPr>
        <p:spPr>
          <a:xfrm>
            <a:off x="8143807" y="6099585"/>
            <a:ext cx="383458" cy="393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B861258-4DB0-68FB-63B7-C898E81C7A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74817" y="1027906"/>
            <a:ext cx="2325557" cy="4478636"/>
          </a:xfrm>
          <a:prstGeom prst="rect">
            <a:avLst/>
          </a:prstGeom>
        </p:spPr>
      </p:pic>
      <p:pic>
        <p:nvPicPr>
          <p:cNvPr id="19" name="Obrázek 22" descr="Obsah obrázku kruh, žlutá, Grafika, Barevnost&#10;&#10;Obsah generovaný pomocí AI může být nesprávný.">
            <a:extLst>
              <a:ext uri="{FF2B5EF4-FFF2-40B4-BE49-F238E27FC236}">
                <a16:creationId xmlns:a16="http://schemas.microsoft.com/office/drawing/2014/main" id="{E9C7A9EF-D064-F999-0DAD-508D389096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881" y="1546173"/>
            <a:ext cx="1509752" cy="158995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9DC27C2-CFF3-4342-4ED4-867DA797D77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208" y="3268892"/>
            <a:ext cx="4295263" cy="1951428"/>
          </a:xfrm>
          <a:prstGeom prst="rect">
            <a:avLst/>
          </a:prstGeom>
        </p:spPr>
      </p:pic>
      <p:pic>
        <p:nvPicPr>
          <p:cNvPr id="22" name="Content Placeholder 15">
            <a:extLst>
              <a:ext uri="{FF2B5EF4-FFF2-40B4-BE49-F238E27FC236}">
                <a16:creationId xmlns:a16="http://schemas.microsoft.com/office/drawing/2014/main" id="{B0D1ACB1-77EF-88D5-9772-D5B62FF74E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9"/>
          <a:stretch>
            <a:fillRect/>
          </a:stretch>
        </p:blipFill>
        <p:spPr>
          <a:xfrm>
            <a:off x="5481194" y="1236458"/>
            <a:ext cx="3942851" cy="3733125"/>
          </a:xfr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8E576994-E1E9-AF53-9316-012F543829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6307" y="621737"/>
            <a:ext cx="731893" cy="731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030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A6413-8234-BF84-3A88-33E015E4F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C43CA06-0235-F9AF-8A91-9B7D37986082}"/>
              </a:ext>
            </a:extLst>
          </p:cNvPr>
          <p:cNvGrpSpPr/>
          <p:nvPr/>
        </p:nvGrpSpPr>
        <p:grpSpPr>
          <a:xfrm>
            <a:off x="-13881" y="5077328"/>
            <a:ext cx="12205881" cy="1780672"/>
            <a:chOff x="-13881" y="5077328"/>
            <a:chExt cx="12205881" cy="1780672"/>
          </a:xfrm>
        </p:grpSpPr>
        <p:sp>
          <p:nvSpPr>
            <p:cNvPr id="5" name="Obdélník 21">
              <a:extLst>
                <a:ext uri="{FF2B5EF4-FFF2-40B4-BE49-F238E27FC236}">
                  <a16:creationId xmlns:a16="http://schemas.microsoft.com/office/drawing/2014/main" id="{44FE0571-034E-FE0F-5CC3-E8510B82D7A8}"/>
                </a:ext>
              </a:extLst>
            </p:cNvPr>
            <p:cNvSpPr/>
            <p:nvPr/>
          </p:nvSpPr>
          <p:spPr>
            <a:xfrm>
              <a:off x="-13881" y="5639303"/>
              <a:ext cx="12205881" cy="1218697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  <p:pic>
          <p:nvPicPr>
            <p:cNvPr id="6" name="Obrázek 22" descr="Obsah obrázku kruh, žlutá, Grafika, Barevnost&#10;&#10;Obsah generovaný pomocí AI může být nesprávný.">
              <a:extLst>
                <a:ext uri="{FF2B5EF4-FFF2-40B4-BE49-F238E27FC236}">
                  <a16:creationId xmlns:a16="http://schemas.microsoft.com/office/drawing/2014/main" id="{0BE9C0DF-B63B-9FE7-F33B-5DFA3BD7F9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49337" y="5077328"/>
              <a:ext cx="1065563" cy="1123950"/>
            </a:xfrm>
            <a:prstGeom prst="rect">
              <a:avLst/>
            </a:prstGeom>
          </p:spPr>
        </p:pic>
      </p:grpSp>
      <p:pic>
        <p:nvPicPr>
          <p:cNvPr id="7" name="Picture 6" descr="A cartoon face with blue eyes and black squares&#10;&#10;AI-generated content may be incorrect.">
            <a:extLst>
              <a:ext uri="{FF2B5EF4-FFF2-40B4-BE49-F238E27FC236}">
                <a16:creationId xmlns:a16="http://schemas.microsoft.com/office/drawing/2014/main" id="{3D4C3FAE-EF5E-CDB4-D3BF-52160C362F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853" y="5719693"/>
            <a:ext cx="1065563" cy="1065563"/>
          </a:xfrm>
          <a:prstGeom prst="rect">
            <a:avLst/>
          </a:prstGeom>
        </p:spPr>
      </p:pic>
      <p:pic>
        <p:nvPicPr>
          <p:cNvPr id="8" name="Picture 7" descr="A blue and black pixelated cartoon character&#10;&#10;AI-generated content may be incorrect.">
            <a:extLst>
              <a:ext uri="{FF2B5EF4-FFF2-40B4-BE49-F238E27FC236}">
                <a16:creationId xmlns:a16="http://schemas.microsoft.com/office/drawing/2014/main" id="{9F83313D-D702-488D-70BF-525E4630D1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8584" y="5719693"/>
            <a:ext cx="1065563" cy="1065563"/>
          </a:xfrm>
          <a:prstGeom prst="rect">
            <a:avLst/>
          </a:prstGeom>
        </p:spPr>
      </p:pic>
      <p:pic>
        <p:nvPicPr>
          <p:cNvPr id="9" name="Picture 8" descr="A pink and black cartoon character&#10;&#10;AI-generated content may be incorrect.">
            <a:extLst>
              <a:ext uri="{FF2B5EF4-FFF2-40B4-BE49-F238E27FC236}">
                <a16:creationId xmlns:a16="http://schemas.microsoft.com/office/drawing/2014/main" id="{16BC436E-A477-6025-1CE7-8E938A35FC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0628" y="5712043"/>
            <a:ext cx="1065563" cy="1065563"/>
          </a:xfrm>
          <a:prstGeom prst="rect">
            <a:avLst/>
          </a:prstGeom>
        </p:spPr>
      </p:pic>
      <p:pic>
        <p:nvPicPr>
          <p:cNvPr id="10" name="Content Placeholder 14" descr="A red and black cartoon character&#10;&#10;AI-generated content may be incorrect.">
            <a:extLst>
              <a:ext uri="{FF2B5EF4-FFF2-40B4-BE49-F238E27FC236}">
                <a16:creationId xmlns:a16="http://schemas.microsoft.com/office/drawing/2014/main" id="{C143C174-30F2-4B04-A8D6-F39EF541C06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807" y="5712044"/>
            <a:ext cx="1065564" cy="106556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2F22D6D-F0C9-C6BF-38B7-031F9616170E}"/>
              </a:ext>
            </a:extLst>
          </p:cNvPr>
          <p:cNvSpPr/>
          <p:nvPr/>
        </p:nvSpPr>
        <p:spPr>
          <a:xfrm>
            <a:off x="3664734" y="6099585"/>
            <a:ext cx="383458" cy="393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9B31A7-BCE0-2D49-1713-AB95FCAFC87A}"/>
              </a:ext>
            </a:extLst>
          </p:cNvPr>
          <p:cNvSpPr/>
          <p:nvPr/>
        </p:nvSpPr>
        <p:spPr>
          <a:xfrm>
            <a:off x="4547650" y="6099585"/>
            <a:ext cx="383458" cy="393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EB5737-50BF-536A-6D45-8309B1CD4337}"/>
              </a:ext>
            </a:extLst>
          </p:cNvPr>
          <p:cNvSpPr/>
          <p:nvPr/>
        </p:nvSpPr>
        <p:spPr>
          <a:xfrm>
            <a:off x="7260891" y="6099585"/>
            <a:ext cx="383458" cy="393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95B000A-8D6F-B601-469C-5D0C9A88C4BA}"/>
              </a:ext>
            </a:extLst>
          </p:cNvPr>
          <p:cNvSpPr/>
          <p:nvPr/>
        </p:nvSpPr>
        <p:spPr>
          <a:xfrm>
            <a:off x="8143807" y="6099585"/>
            <a:ext cx="383458" cy="393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15" name="Obrázek 22" descr="Obsah obrázku kruh, žlutá, Grafika, Barevnost&#10;&#10;Obsah generovaný pomocí AI může být nesprávný.">
            <a:extLst>
              <a:ext uri="{FF2B5EF4-FFF2-40B4-BE49-F238E27FC236}">
                <a16:creationId xmlns:a16="http://schemas.microsoft.com/office/drawing/2014/main" id="{44C253ED-338F-DAE0-3641-02E72E2D0B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6495" y="1690688"/>
            <a:ext cx="1509752" cy="158995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11514D0-AF54-CFF1-9219-10108BC0A6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52620" y="1380679"/>
            <a:ext cx="4201400" cy="379993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1C44999-8C94-3792-1955-92E5B12FD47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7980" y="3577355"/>
            <a:ext cx="2946392" cy="178048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917D05E-C557-4762-8AC0-8C573736653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51048" y="2735975"/>
            <a:ext cx="3634896" cy="2200624"/>
          </a:xfrm>
          <a:prstGeom prst="rect">
            <a:avLst/>
          </a:prstGeom>
        </p:spPr>
      </p:pic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03DE850-E086-71AA-FEF6-82E5284E9ACD}"/>
              </a:ext>
            </a:extLst>
          </p:cNvPr>
          <p:cNvSpPr/>
          <p:nvPr/>
        </p:nvSpPr>
        <p:spPr>
          <a:xfrm>
            <a:off x="-390471" y="594394"/>
            <a:ext cx="3503887" cy="78658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25" name="Nadpis 1">
            <a:extLst>
              <a:ext uri="{FF2B5EF4-FFF2-40B4-BE49-F238E27FC236}">
                <a16:creationId xmlns:a16="http://schemas.microsoft.com/office/drawing/2014/main" id="{63E2C647-3750-853D-4854-A069B5299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4901"/>
            <a:ext cx="10515600" cy="1325563"/>
          </a:xfrm>
        </p:spPr>
        <p:txBody>
          <a:bodyPr/>
          <a:lstStyle/>
          <a:p>
            <a:r>
              <a:rPr lang="cs-CZ" dirty="0">
                <a:solidFill>
                  <a:schemeClr val="bg1"/>
                </a:solidFill>
              </a:rPr>
              <a:t>Pac-man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B1AA612E-B3A2-AAAB-925F-5B6E2D2676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6307" y="621737"/>
            <a:ext cx="731893" cy="731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626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8D5D3-5282-DB42-E2A1-D54A59675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A76ED32B-0FA8-4580-AB5A-402E5FCF8950}"/>
              </a:ext>
            </a:extLst>
          </p:cNvPr>
          <p:cNvGrpSpPr/>
          <p:nvPr/>
        </p:nvGrpSpPr>
        <p:grpSpPr>
          <a:xfrm>
            <a:off x="-13881" y="5077328"/>
            <a:ext cx="12205881" cy="1780672"/>
            <a:chOff x="-13881" y="5077328"/>
            <a:chExt cx="12205881" cy="1780672"/>
          </a:xfrm>
        </p:grpSpPr>
        <p:sp>
          <p:nvSpPr>
            <p:cNvPr id="5" name="Obdélník 21">
              <a:extLst>
                <a:ext uri="{FF2B5EF4-FFF2-40B4-BE49-F238E27FC236}">
                  <a16:creationId xmlns:a16="http://schemas.microsoft.com/office/drawing/2014/main" id="{82D14698-316F-7D86-387B-795ED8E66D11}"/>
                </a:ext>
              </a:extLst>
            </p:cNvPr>
            <p:cNvSpPr/>
            <p:nvPr/>
          </p:nvSpPr>
          <p:spPr>
            <a:xfrm>
              <a:off x="-13881" y="5639303"/>
              <a:ext cx="12205881" cy="1218697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  <p:pic>
          <p:nvPicPr>
            <p:cNvPr id="6" name="Obrázek 22" descr="Obsah obrázku kruh, žlutá, Grafika, Barevnost&#10;&#10;Obsah generovaný pomocí AI může být nesprávný.">
              <a:extLst>
                <a:ext uri="{FF2B5EF4-FFF2-40B4-BE49-F238E27FC236}">
                  <a16:creationId xmlns:a16="http://schemas.microsoft.com/office/drawing/2014/main" id="{AC67A706-751C-284C-3B74-9DCB8A5A4E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49337" y="5077328"/>
              <a:ext cx="1065563" cy="1123950"/>
            </a:xfrm>
            <a:prstGeom prst="rect">
              <a:avLst/>
            </a:prstGeom>
          </p:spPr>
        </p:pic>
      </p:grpSp>
      <p:pic>
        <p:nvPicPr>
          <p:cNvPr id="7" name="Picture 6" descr="A cartoon face with blue eyes and black squares&#10;&#10;AI-generated content may be incorrect.">
            <a:extLst>
              <a:ext uri="{FF2B5EF4-FFF2-40B4-BE49-F238E27FC236}">
                <a16:creationId xmlns:a16="http://schemas.microsoft.com/office/drawing/2014/main" id="{CE8FC9B3-FA10-2868-7118-011C38FE28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853" y="5719693"/>
            <a:ext cx="1065563" cy="1065563"/>
          </a:xfrm>
          <a:prstGeom prst="rect">
            <a:avLst/>
          </a:prstGeom>
        </p:spPr>
      </p:pic>
      <p:pic>
        <p:nvPicPr>
          <p:cNvPr id="8" name="Picture 7" descr="A blue and black pixelated cartoon character&#10;&#10;AI-generated content may be incorrect.">
            <a:extLst>
              <a:ext uri="{FF2B5EF4-FFF2-40B4-BE49-F238E27FC236}">
                <a16:creationId xmlns:a16="http://schemas.microsoft.com/office/drawing/2014/main" id="{DC112888-ABAB-0C35-0208-B55E7CAC08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8584" y="5719693"/>
            <a:ext cx="1065563" cy="1065563"/>
          </a:xfrm>
          <a:prstGeom prst="rect">
            <a:avLst/>
          </a:prstGeom>
        </p:spPr>
      </p:pic>
      <p:pic>
        <p:nvPicPr>
          <p:cNvPr id="9" name="Picture 8" descr="A pink and black cartoon character&#10;&#10;AI-generated content may be incorrect.">
            <a:extLst>
              <a:ext uri="{FF2B5EF4-FFF2-40B4-BE49-F238E27FC236}">
                <a16:creationId xmlns:a16="http://schemas.microsoft.com/office/drawing/2014/main" id="{FD4C543A-B2E1-FF57-030F-24E915FFD67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0628" y="5712043"/>
            <a:ext cx="1065563" cy="1065563"/>
          </a:xfrm>
          <a:prstGeom prst="rect">
            <a:avLst/>
          </a:prstGeom>
        </p:spPr>
      </p:pic>
      <p:pic>
        <p:nvPicPr>
          <p:cNvPr id="10" name="Content Placeholder 14" descr="A red and black cartoon character&#10;&#10;AI-generated content may be incorrect.">
            <a:extLst>
              <a:ext uri="{FF2B5EF4-FFF2-40B4-BE49-F238E27FC236}">
                <a16:creationId xmlns:a16="http://schemas.microsoft.com/office/drawing/2014/main" id="{6A54AD7A-3525-AA10-DE82-BA9725CE307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807" y="5712044"/>
            <a:ext cx="1065564" cy="106556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85DAA56-F77C-BC42-9908-A017542FAD9D}"/>
              </a:ext>
            </a:extLst>
          </p:cNvPr>
          <p:cNvSpPr/>
          <p:nvPr/>
        </p:nvSpPr>
        <p:spPr>
          <a:xfrm>
            <a:off x="3664734" y="6099585"/>
            <a:ext cx="383458" cy="393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34FBBC8-2DE6-E60F-9187-A25FD55054F5}"/>
              </a:ext>
            </a:extLst>
          </p:cNvPr>
          <p:cNvSpPr/>
          <p:nvPr/>
        </p:nvSpPr>
        <p:spPr>
          <a:xfrm>
            <a:off x="4547650" y="6099585"/>
            <a:ext cx="383458" cy="393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40714F-46AE-91A9-0E48-F4724226E733}"/>
              </a:ext>
            </a:extLst>
          </p:cNvPr>
          <p:cNvSpPr/>
          <p:nvPr/>
        </p:nvSpPr>
        <p:spPr>
          <a:xfrm>
            <a:off x="7260891" y="6099585"/>
            <a:ext cx="383458" cy="393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2D276D-F00C-ABF5-F7D2-735D3703208D}"/>
              </a:ext>
            </a:extLst>
          </p:cNvPr>
          <p:cNvSpPr/>
          <p:nvPr/>
        </p:nvSpPr>
        <p:spPr>
          <a:xfrm>
            <a:off x="8143807" y="6099585"/>
            <a:ext cx="383458" cy="393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22" name="Obrázek 22" descr="Obsah obrázku kruh, žlutá, Grafika, Barevnost&#10;&#10;Obsah generovaný pomocí AI může být nesprávný.">
            <a:extLst>
              <a:ext uri="{FF2B5EF4-FFF2-40B4-BE49-F238E27FC236}">
                <a16:creationId xmlns:a16="http://schemas.microsoft.com/office/drawing/2014/main" id="{F26E397C-AC21-CBBD-AE91-9ECCA524A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882" y="1690688"/>
            <a:ext cx="1509752" cy="158995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D63F549-10F1-D581-6DD9-2C915DAD73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7561" y="1848445"/>
            <a:ext cx="5677392" cy="3071126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C5BB2DA7-C7BA-677B-1C64-1497EABA0545}"/>
              </a:ext>
            </a:extLst>
          </p:cNvPr>
          <p:cNvSpPr/>
          <p:nvPr/>
        </p:nvSpPr>
        <p:spPr>
          <a:xfrm>
            <a:off x="2813316" y="2289022"/>
            <a:ext cx="383458" cy="39329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>
                <a:solidFill>
                  <a:schemeClr val="bg1"/>
                </a:solidFill>
              </a:ln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B5C3C55-9462-86FC-7739-992AA334B222}"/>
              </a:ext>
            </a:extLst>
          </p:cNvPr>
          <p:cNvSpPr/>
          <p:nvPr/>
        </p:nvSpPr>
        <p:spPr>
          <a:xfrm>
            <a:off x="3487556" y="2289022"/>
            <a:ext cx="383458" cy="39329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>
                <a:solidFill>
                  <a:schemeClr val="bg1"/>
                </a:solidFill>
              </a:ln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D8361A1-1202-7BD7-DFCD-A2948EB44FF0}"/>
              </a:ext>
            </a:extLst>
          </p:cNvPr>
          <p:cNvSpPr/>
          <p:nvPr/>
        </p:nvSpPr>
        <p:spPr>
          <a:xfrm>
            <a:off x="4179084" y="2289022"/>
            <a:ext cx="383458" cy="39329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>
                <a:solidFill>
                  <a:schemeClr val="bg1"/>
                </a:solidFill>
              </a:ln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8E101DA-ADD1-2C5A-4368-0181A0208562}"/>
              </a:ext>
            </a:extLst>
          </p:cNvPr>
          <p:cNvSpPr/>
          <p:nvPr/>
        </p:nvSpPr>
        <p:spPr>
          <a:xfrm>
            <a:off x="1539922" y="2383406"/>
            <a:ext cx="226142" cy="18877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5A26FAD-3954-CED8-C2E1-9FEA80B3755C}"/>
              </a:ext>
            </a:extLst>
          </p:cNvPr>
          <p:cNvSpPr/>
          <p:nvPr/>
        </p:nvSpPr>
        <p:spPr>
          <a:xfrm>
            <a:off x="1733275" y="2523931"/>
            <a:ext cx="226142" cy="18877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49F7074-6CE8-E626-9B64-B5555D8E5364}"/>
              </a:ext>
            </a:extLst>
          </p:cNvPr>
          <p:cNvSpPr/>
          <p:nvPr/>
        </p:nvSpPr>
        <p:spPr>
          <a:xfrm>
            <a:off x="1946293" y="2371531"/>
            <a:ext cx="226142" cy="18877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A35990B-211F-6C76-3CDE-6B56BCE066A4}"/>
              </a:ext>
            </a:extLst>
          </p:cNvPr>
          <p:cNvSpPr/>
          <p:nvPr/>
        </p:nvSpPr>
        <p:spPr>
          <a:xfrm>
            <a:off x="1740065" y="2220109"/>
            <a:ext cx="226142" cy="18877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F2A3D51E-44CC-C64D-EF53-4C4D9858ECE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641" y="3457541"/>
            <a:ext cx="4181986" cy="1993532"/>
          </a:xfrm>
          <a:prstGeom prst="rect">
            <a:avLst/>
          </a:prstGeom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80B7C75-7D54-59E6-2F3D-BE2F50B17CDB}"/>
              </a:ext>
            </a:extLst>
          </p:cNvPr>
          <p:cNvSpPr/>
          <p:nvPr/>
        </p:nvSpPr>
        <p:spPr>
          <a:xfrm>
            <a:off x="-390471" y="594394"/>
            <a:ext cx="3503887" cy="78658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20" name="Nadpis 1">
            <a:extLst>
              <a:ext uri="{FF2B5EF4-FFF2-40B4-BE49-F238E27FC236}">
                <a16:creationId xmlns:a16="http://schemas.microsoft.com/office/drawing/2014/main" id="{4CC92690-F610-4C46-9B09-CC0AC7E29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4799"/>
            <a:ext cx="10515600" cy="1325563"/>
          </a:xfrm>
        </p:spPr>
        <p:txBody>
          <a:bodyPr/>
          <a:lstStyle/>
          <a:p>
            <a:r>
              <a:rPr lang="cs-CZ" dirty="0">
                <a:solidFill>
                  <a:schemeClr val="bg1"/>
                </a:solidFill>
              </a:rPr>
              <a:t>Pac-man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BCD9A495-9B2B-31EE-4F85-573B47AF76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6307" y="621737"/>
            <a:ext cx="731893" cy="731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109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5AF21-CBED-56A9-8BCF-8672E0FCD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676C5A0-94FF-321D-E17E-24F4A4DCB5CB}"/>
              </a:ext>
            </a:extLst>
          </p:cNvPr>
          <p:cNvSpPr/>
          <p:nvPr/>
        </p:nvSpPr>
        <p:spPr>
          <a:xfrm>
            <a:off x="-390470" y="594394"/>
            <a:ext cx="3376630" cy="78658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B002C96-1834-D5FE-6508-0F66B3EE9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809" y="324902"/>
            <a:ext cx="10515600" cy="1325563"/>
          </a:xfrm>
        </p:spPr>
        <p:txBody>
          <a:bodyPr/>
          <a:lstStyle/>
          <a:p>
            <a:r>
              <a:rPr lang="cs-CZ" dirty="0">
                <a:solidFill>
                  <a:schemeClr val="bg1"/>
                </a:solidFill>
              </a:rPr>
              <a:t>Duchové</a:t>
            </a:r>
          </a:p>
        </p:txBody>
      </p:sp>
      <p:pic>
        <p:nvPicPr>
          <p:cNvPr id="12" name="Content Placeholder 11" descr="A red and black cartoon character&#10;&#10;AI-generated content may be incorrect.">
            <a:extLst>
              <a:ext uri="{FF2B5EF4-FFF2-40B4-BE49-F238E27FC236}">
                <a16:creationId xmlns:a16="http://schemas.microsoft.com/office/drawing/2014/main" id="{3C7573BB-16FB-E8A1-C49B-EB9ED49AE4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356" y="2252663"/>
            <a:ext cx="1663377" cy="1663377"/>
          </a:xfrm>
        </p:spPr>
      </p:pic>
      <p:pic>
        <p:nvPicPr>
          <p:cNvPr id="14" name="Picture 13" descr="A cartoon face with blue eyes and black squares&#10;&#10;AI-generated content may be incorrect.">
            <a:extLst>
              <a:ext uri="{FF2B5EF4-FFF2-40B4-BE49-F238E27FC236}">
                <a16:creationId xmlns:a16="http://schemas.microsoft.com/office/drawing/2014/main" id="{9064391D-3B38-8CF8-1B06-C15A1C5268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1365" y="2252663"/>
            <a:ext cx="1663377" cy="1663377"/>
          </a:xfrm>
          <a:prstGeom prst="rect">
            <a:avLst/>
          </a:prstGeom>
        </p:spPr>
      </p:pic>
      <p:pic>
        <p:nvPicPr>
          <p:cNvPr id="16" name="Picture 15" descr="A blue and black pixelated cartoon character&#10;&#10;AI-generated content may be incorrect.">
            <a:extLst>
              <a:ext uri="{FF2B5EF4-FFF2-40B4-BE49-F238E27FC236}">
                <a16:creationId xmlns:a16="http://schemas.microsoft.com/office/drawing/2014/main" id="{432B3448-4854-9550-BA38-B9A683CE93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9492" y="2252662"/>
            <a:ext cx="1663377" cy="1663377"/>
          </a:xfrm>
          <a:prstGeom prst="rect">
            <a:avLst/>
          </a:prstGeom>
        </p:spPr>
      </p:pic>
      <p:pic>
        <p:nvPicPr>
          <p:cNvPr id="18" name="Picture 17" descr="A pink and black cartoon character&#10;&#10;AI-generated content may be incorrect.">
            <a:extLst>
              <a:ext uri="{FF2B5EF4-FFF2-40B4-BE49-F238E27FC236}">
                <a16:creationId xmlns:a16="http://schemas.microsoft.com/office/drawing/2014/main" id="{D5E02F71-70EF-3720-3441-0450DCF7BD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502" y="2252662"/>
            <a:ext cx="1663377" cy="166337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45DA37A-8AA3-35C1-3A11-F6A1011E60C5}"/>
              </a:ext>
            </a:extLst>
          </p:cNvPr>
          <p:cNvSpPr txBox="1"/>
          <p:nvPr/>
        </p:nvSpPr>
        <p:spPr>
          <a:xfrm>
            <a:off x="685256" y="4044924"/>
            <a:ext cx="12129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800" dirty="0"/>
              <a:t>Blinky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A09FE77-1894-6BAE-27C7-C30813772418}"/>
              </a:ext>
            </a:extLst>
          </p:cNvPr>
          <p:cNvSpPr txBox="1"/>
          <p:nvPr/>
        </p:nvSpPr>
        <p:spPr>
          <a:xfrm>
            <a:off x="10394340" y="4044924"/>
            <a:ext cx="10097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800" dirty="0"/>
              <a:t>Pinky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C037BED-E97D-8644-AC50-B530A8335D2F}"/>
              </a:ext>
            </a:extLst>
          </p:cNvPr>
          <p:cNvSpPr txBox="1"/>
          <p:nvPr/>
        </p:nvSpPr>
        <p:spPr>
          <a:xfrm>
            <a:off x="2986160" y="4044924"/>
            <a:ext cx="10756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800" dirty="0"/>
              <a:t>Clyde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CF68CBE-D7C2-161C-BEEF-55E3603FF821}"/>
              </a:ext>
            </a:extLst>
          </p:cNvPr>
          <p:cNvSpPr txBox="1"/>
          <p:nvPr/>
        </p:nvSpPr>
        <p:spPr>
          <a:xfrm>
            <a:off x="8235717" y="4044924"/>
            <a:ext cx="8109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800" dirty="0"/>
              <a:t>Inky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FAC96E1-39DB-7E1E-9272-F7078BEA0A54}"/>
              </a:ext>
            </a:extLst>
          </p:cNvPr>
          <p:cNvGrpSpPr/>
          <p:nvPr/>
        </p:nvGrpSpPr>
        <p:grpSpPr>
          <a:xfrm>
            <a:off x="-13881" y="5077328"/>
            <a:ext cx="12205881" cy="1780672"/>
            <a:chOff x="-13881" y="5077328"/>
            <a:chExt cx="12205881" cy="1780672"/>
          </a:xfrm>
        </p:grpSpPr>
        <p:sp>
          <p:nvSpPr>
            <p:cNvPr id="4" name="Obdélník 21">
              <a:extLst>
                <a:ext uri="{FF2B5EF4-FFF2-40B4-BE49-F238E27FC236}">
                  <a16:creationId xmlns:a16="http://schemas.microsoft.com/office/drawing/2014/main" id="{9AB68FDC-2536-963B-6F81-07A994306DAF}"/>
                </a:ext>
              </a:extLst>
            </p:cNvPr>
            <p:cNvSpPr/>
            <p:nvPr/>
          </p:nvSpPr>
          <p:spPr>
            <a:xfrm>
              <a:off x="-13881" y="5639303"/>
              <a:ext cx="12205881" cy="1218697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  <p:pic>
          <p:nvPicPr>
            <p:cNvPr id="5" name="Obrázek 22" descr="Obsah obrázku kruh, žlutá, Grafika, Barevnost&#10;&#10;Obsah generovaný pomocí AI může být nesprávný.">
              <a:extLst>
                <a:ext uri="{FF2B5EF4-FFF2-40B4-BE49-F238E27FC236}">
                  <a16:creationId xmlns:a16="http://schemas.microsoft.com/office/drawing/2014/main" id="{139D1E84-DDE5-AC1B-B563-133D2716BE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549337" y="5077328"/>
              <a:ext cx="1065563" cy="1123950"/>
            </a:xfrm>
            <a:prstGeom prst="rect">
              <a:avLst/>
            </a:prstGeom>
          </p:spPr>
        </p:pic>
      </p:grpSp>
      <p:pic>
        <p:nvPicPr>
          <p:cNvPr id="6" name="Picture 5" descr="A cartoon face with blue eyes and black squares&#10;&#10;AI-generated content may be incorrect.">
            <a:extLst>
              <a:ext uri="{FF2B5EF4-FFF2-40B4-BE49-F238E27FC236}">
                <a16:creationId xmlns:a16="http://schemas.microsoft.com/office/drawing/2014/main" id="{1EEE4130-2490-B2A8-63AC-EB7E5A5AB4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853" y="5719693"/>
            <a:ext cx="1065563" cy="1065563"/>
          </a:xfrm>
          <a:prstGeom prst="rect">
            <a:avLst/>
          </a:prstGeom>
        </p:spPr>
      </p:pic>
      <p:pic>
        <p:nvPicPr>
          <p:cNvPr id="7" name="Picture 6" descr="A blue and black pixelated cartoon character&#10;&#10;AI-generated content may be incorrect.">
            <a:extLst>
              <a:ext uri="{FF2B5EF4-FFF2-40B4-BE49-F238E27FC236}">
                <a16:creationId xmlns:a16="http://schemas.microsoft.com/office/drawing/2014/main" id="{4F293198-9F9E-E85B-1B71-E7C6AE6A7A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8584" y="5719693"/>
            <a:ext cx="1065563" cy="1065563"/>
          </a:xfrm>
          <a:prstGeom prst="rect">
            <a:avLst/>
          </a:prstGeom>
        </p:spPr>
      </p:pic>
      <p:pic>
        <p:nvPicPr>
          <p:cNvPr id="8" name="Picture 7" descr="A pink and black cartoon character&#10;&#10;AI-generated content may be incorrect.">
            <a:extLst>
              <a:ext uri="{FF2B5EF4-FFF2-40B4-BE49-F238E27FC236}">
                <a16:creationId xmlns:a16="http://schemas.microsoft.com/office/drawing/2014/main" id="{CAB5D818-40C3-B543-6174-AE8E6E85C4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0628" y="5712043"/>
            <a:ext cx="1065563" cy="1065563"/>
          </a:xfrm>
          <a:prstGeom prst="rect">
            <a:avLst/>
          </a:prstGeom>
        </p:spPr>
      </p:pic>
      <p:pic>
        <p:nvPicPr>
          <p:cNvPr id="9" name="Content Placeholder 14" descr="A red and black cartoon character&#10;&#10;AI-generated content may be incorrect.">
            <a:extLst>
              <a:ext uri="{FF2B5EF4-FFF2-40B4-BE49-F238E27FC236}">
                <a16:creationId xmlns:a16="http://schemas.microsoft.com/office/drawing/2014/main" id="{19B96F64-FBF2-9E95-3C52-48F3E49D42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807" y="5712044"/>
            <a:ext cx="1065564" cy="106556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C0B13A1-976A-5730-3E0B-524BDF83BEC1}"/>
              </a:ext>
            </a:extLst>
          </p:cNvPr>
          <p:cNvSpPr/>
          <p:nvPr/>
        </p:nvSpPr>
        <p:spPr>
          <a:xfrm>
            <a:off x="3664734" y="6099585"/>
            <a:ext cx="383458" cy="393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2C69C1-B57C-FFFE-A6E4-34BA92DCB41F}"/>
              </a:ext>
            </a:extLst>
          </p:cNvPr>
          <p:cNvSpPr/>
          <p:nvPr/>
        </p:nvSpPr>
        <p:spPr>
          <a:xfrm>
            <a:off x="4547650" y="6099585"/>
            <a:ext cx="383458" cy="393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DDF11E8-D06B-EA2E-B1C8-4B5908E906EC}"/>
              </a:ext>
            </a:extLst>
          </p:cNvPr>
          <p:cNvSpPr/>
          <p:nvPr/>
        </p:nvSpPr>
        <p:spPr>
          <a:xfrm>
            <a:off x="7260891" y="6099585"/>
            <a:ext cx="383458" cy="393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9A87AA3-E785-AEFC-8AA6-656ED5B30955}"/>
              </a:ext>
            </a:extLst>
          </p:cNvPr>
          <p:cNvSpPr/>
          <p:nvPr/>
        </p:nvSpPr>
        <p:spPr>
          <a:xfrm>
            <a:off x="8143807" y="6099585"/>
            <a:ext cx="383458" cy="393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2367A07-D073-C7FF-216E-E2F80A79FCA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0749" y="1727428"/>
            <a:ext cx="2422737" cy="3201474"/>
          </a:xfrm>
          <a:prstGeom prst="rect">
            <a:avLst/>
          </a:prstGeom>
        </p:spPr>
      </p:pic>
      <p:pic>
        <p:nvPicPr>
          <p:cNvPr id="25" name="Graphic 24" descr="Ghost with solid fill">
            <a:extLst>
              <a:ext uri="{FF2B5EF4-FFF2-40B4-BE49-F238E27FC236}">
                <a16:creationId xmlns:a16="http://schemas.microsoft.com/office/drawing/2014/main" id="{4B02AF1E-974B-E485-3038-C88905F08F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763" y="576041"/>
            <a:ext cx="827185" cy="827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1460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EA687-6357-B1F4-0A32-50D53EBC1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BEB20C6-EADF-931F-D024-1F51B926D8D1}"/>
              </a:ext>
            </a:extLst>
          </p:cNvPr>
          <p:cNvGrpSpPr/>
          <p:nvPr/>
        </p:nvGrpSpPr>
        <p:grpSpPr>
          <a:xfrm>
            <a:off x="-13881" y="5077328"/>
            <a:ext cx="12205881" cy="1780672"/>
            <a:chOff x="-13881" y="5077328"/>
            <a:chExt cx="12205881" cy="1780672"/>
          </a:xfrm>
        </p:grpSpPr>
        <p:sp>
          <p:nvSpPr>
            <p:cNvPr id="4" name="Obdélník 21">
              <a:extLst>
                <a:ext uri="{FF2B5EF4-FFF2-40B4-BE49-F238E27FC236}">
                  <a16:creationId xmlns:a16="http://schemas.microsoft.com/office/drawing/2014/main" id="{F6F20F73-2BAF-F0E8-F6C7-E003ED214FF2}"/>
                </a:ext>
              </a:extLst>
            </p:cNvPr>
            <p:cNvSpPr/>
            <p:nvPr/>
          </p:nvSpPr>
          <p:spPr>
            <a:xfrm>
              <a:off x="-13881" y="5639303"/>
              <a:ext cx="12205881" cy="1218697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  <p:pic>
          <p:nvPicPr>
            <p:cNvPr id="5" name="Obrázek 22" descr="Obsah obrázku kruh, žlutá, Grafika, Barevnost&#10;&#10;Obsah generovaný pomocí AI může být nesprávný.">
              <a:extLst>
                <a:ext uri="{FF2B5EF4-FFF2-40B4-BE49-F238E27FC236}">
                  <a16:creationId xmlns:a16="http://schemas.microsoft.com/office/drawing/2014/main" id="{82A4302C-5EB5-660F-FB0F-0A7A32A69F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49337" y="5077328"/>
              <a:ext cx="1065563" cy="1123950"/>
            </a:xfrm>
            <a:prstGeom prst="rect">
              <a:avLst/>
            </a:prstGeom>
          </p:spPr>
        </p:pic>
      </p:grpSp>
      <p:pic>
        <p:nvPicPr>
          <p:cNvPr id="6" name="Picture 5" descr="A cartoon face with blue eyes and black squares&#10;&#10;AI-generated content may be incorrect.">
            <a:extLst>
              <a:ext uri="{FF2B5EF4-FFF2-40B4-BE49-F238E27FC236}">
                <a16:creationId xmlns:a16="http://schemas.microsoft.com/office/drawing/2014/main" id="{01E02242-83F7-BFA5-80AF-13859FE41F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853" y="5719693"/>
            <a:ext cx="1065563" cy="1065563"/>
          </a:xfrm>
          <a:prstGeom prst="rect">
            <a:avLst/>
          </a:prstGeom>
        </p:spPr>
      </p:pic>
      <p:pic>
        <p:nvPicPr>
          <p:cNvPr id="7" name="Picture 6" descr="A blue and black pixelated cartoon character&#10;&#10;AI-generated content may be incorrect.">
            <a:extLst>
              <a:ext uri="{FF2B5EF4-FFF2-40B4-BE49-F238E27FC236}">
                <a16:creationId xmlns:a16="http://schemas.microsoft.com/office/drawing/2014/main" id="{78E811E8-1624-A587-B47A-9B9ED5B653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8584" y="5719693"/>
            <a:ext cx="1065563" cy="1065563"/>
          </a:xfrm>
          <a:prstGeom prst="rect">
            <a:avLst/>
          </a:prstGeom>
        </p:spPr>
      </p:pic>
      <p:pic>
        <p:nvPicPr>
          <p:cNvPr id="8" name="Picture 7" descr="A pink and black cartoon character&#10;&#10;AI-generated content may be incorrect.">
            <a:extLst>
              <a:ext uri="{FF2B5EF4-FFF2-40B4-BE49-F238E27FC236}">
                <a16:creationId xmlns:a16="http://schemas.microsoft.com/office/drawing/2014/main" id="{D9AE931A-B2F2-B755-B70A-DEDA76B662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0628" y="5712043"/>
            <a:ext cx="1065563" cy="1065563"/>
          </a:xfrm>
          <a:prstGeom prst="rect">
            <a:avLst/>
          </a:prstGeom>
        </p:spPr>
      </p:pic>
      <p:pic>
        <p:nvPicPr>
          <p:cNvPr id="9" name="Content Placeholder 14" descr="A red and black cartoon character&#10;&#10;AI-generated content may be incorrect.">
            <a:extLst>
              <a:ext uri="{FF2B5EF4-FFF2-40B4-BE49-F238E27FC236}">
                <a16:creationId xmlns:a16="http://schemas.microsoft.com/office/drawing/2014/main" id="{978E580A-B724-CAF4-F4B4-F35DCDFDAAA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807" y="5712044"/>
            <a:ext cx="1065564" cy="106556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8BB0A35-2E40-DF15-096B-A334B0ACEA55}"/>
              </a:ext>
            </a:extLst>
          </p:cNvPr>
          <p:cNvSpPr/>
          <p:nvPr/>
        </p:nvSpPr>
        <p:spPr>
          <a:xfrm>
            <a:off x="3664734" y="6099585"/>
            <a:ext cx="383458" cy="393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C31ADD-02E2-4D3C-0C95-8104089BDDF9}"/>
              </a:ext>
            </a:extLst>
          </p:cNvPr>
          <p:cNvSpPr/>
          <p:nvPr/>
        </p:nvSpPr>
        <p:spPr>
          <a:xfrm>
            <a:off x="4547650" y="6099585"/>
            <a:ext cx="383458" cy="393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ADD746-ECA0-EADD-A49B-93972FD03CD7}"/>
              </a:ext>
            </a:extLst>
          </p:cNvPr>
          <p:cNvSpPr/>
          <p:nvPr/>
        </p:nvSpPr>
        <p:spPr>
          <a:xfrm>
            <a:off x="7260891" y="6099585"/>
            <a:ext cx="383458" cy="393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67EA2D5-2C74-720D-7A93-6FF7B4DFA98B}"/>
              </a:ext>
            </a:extLst>
          </p:cNvPr>
          <p:cNvSpPr/>
          <p:nvPr/>
        </p:nvSpPr>
        <p:spPr>
          <a:xfrm>
            <a:off x="8143807" y="6099585"/>
            <a:ext cx="383458" cy="393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25" name="Content Placeholder 24" descr="A blue and orange pixelated character&#10;&#10;AI-generated content may be incorrect.">
            <a:extLst>
              <a:ext uri="{FF2B5EF4-FFF2-40B4-BE49-F238E27FC236}">
                <a16:creationId xmlns:a16="http://schemas.microsoft.com/office/drawing/2014/main" id="{886F8872-056F-F9B9-6FD9-1FD6F7161B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320" y="2252664"/>
            <a:ext cx="1608579" cy="1608579"/>
          </a:xfrm>
        </p:spPr>
      </p:pic>
      <p:pic>
        <p:nvPicPr>
          <p:cNvPr id="26" name="Picture 25" descr="A white and red pixelated ghost&#10;&#10;AI-generated content may be incorrect.">
            <a:extLst>
              <a:ext uri="{FF2B5EF4-FFF2-40B4-BE49-F238E27FC236}">
                <a16:creationId xmlns:a16="http://schemas.microsoft.com/office/drawing/2014/main" id="{9D371F5F-2C48-5082-080E-7B7DDEECBA2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3359" y="2252663"/>
            <a:ext cx="1608579" cy="1608579"/>
          </a:xfrm>
          <a:prstGeom prst="rect">
            <a:avLst/>
          </a:prstGeom>
          <a:effectLst>
            <a:outerShdw blurRad="50800" dist="50800" dir="5400000" sx="107000" sy="107000" algn="ctr" rotWithShape="0">
              <a:srgbClr val="000000"/>
            </a:outerShdw>
          </a:effectLst>
        </p:spPr>
      </p:pic>
      <p:sp>
        <p:nvSpPr>
          <p:cNvPr id="27" name="Arrow: Right 26">
            <a:extLst>
              <a:ext uri="{FF2B5EF4-FFF2-40B4-BE49-F238E27FC236}">
                <a16:creationId xmlns:a16="http://schemas.microsoft.com/office/drawing/2014/main" id="{1C7AE898-F3E3-B525-4139-293C7B9DCC03}"/>
              </a:ext>
            </a:extLst>
          </p:cNvPr>
          <p:cNvSpPr/>
          <p:nvPr/>
        </p:nvSpPr>
        <p:spPr>
          <a:xfrm>
            <a:off x="2829785" y="2852687"/>
            <a:ext cx="1416384" cy="774885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29" name="Picture 28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CD1EFC31-CB19-3880-2B49-1B84891C320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3129" y="3365014"/>
            <a:ext cx="4816895" cy="2124538"/>
          </a:xfrm>
          <a:prstGeom prst="rect">
            <a:avLst/>
          </a:prstGeom>
        </p:spPr>
      </p:pic>
      <p:pic>
        <p:nvPicPr>
          <p:cNvPr id="31" name="Picture 30" descr="A computer screen shot of a program code&#10;&#10;AI-generated content may be incorrect.">
            <a:extLst>
              <a:ext uri="{FF2B5EF4-FFF2-40B4-BE49-F238E27FC236}">
                <a16:creationId xmlns:a16="http://schemas.microsoft.com/office/drawing/2014/main" id="{8902E468-C3D7-49DA-DF3E-38CEA222642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9417" y="872853"/>
            <a:ext cx="3780607" cy="2411767"/>
          </a:xfrm>
          <a:prstGeom prst="rect">
            <a:avLst/>
          </a:pr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1C0C4F6-D73A-9996-A1E1-43256EC4EB39}"/>
              </a:ext>
            </a:extLst>
          </p:cNvPr>
          <p:cNvSpPr/>
          <p:nvPr/>
        </p:nvSpPr>
        <p:spPr>
          <a:xfrm>
            <a:off x="-390470" y="594394"/>
            <a:ext cx="3376630" cy="78658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17" name="Nadpis 1">
            <a:extLst>
              <a:ext uri="{FF2B5EF4-FFF2-40B4-BE49-F238E27FC236}">
                <a16:creationId xmlns:a16="http://schemas.microsoft.com/office/drawing/2014/main" id="{1826A763-A007-DC86-02DC-33613D7C8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809" y="324902"/>
            <a:ext cx="10515600" cy="1325563"/>
          </a:xfrm>
        </p:spPr>
        <p:txBody>
          <a:bodyPr/>
          <a:lstStyle/>
          <a:p>
            <a:r>
              <a:rPr lang="cs-CZ" dirty="0">
                <a:solidFill>
                  <a:schemeClr val="bg1"/>
                </a:solidFill>
              </a:rPr>
              <a:t>Duchové</a:t>
            </a:r>
          </a:p>
        </p:txBody>
      </p:sp>
      <p:pic>
        <p:nvPicPr>
          <p:cNvPr id="18" name="Graphic 17" descr="Ghost with solid fill">
            <a:extLst>
              <a:ext uri="{FF2B5EF4-FFF2-40B4-BE49-F238E27FC236}">
                <a16:creationId xmlns:a16="http://schemas.microsoft.com/office/drawing/2014/main" id="{D648264C-DD04-D010-2BAE-73AE652623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763" y="576041"/>
            <a:ext cx="827185" cy="827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8115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92D87-51D9-AF2D-4188-38F1623DF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7A8C0CF8-B03D-D5FF-5748-FCEAC99BB798}"/>
              </a:ext>
            </a:extLst>
          </p:cNvPr>
          <p:cNvSpPr/>
          <p:nvPr/>
        </p:nvSpPr>
        <p:spPr>
          <a:xfrm>
            <a:off x="3514300" y="2054926"/>
            <a:ext cx="1509752" cy="1589958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7C58289-B118-13C5-2CD0-F034E0A03B3D}"/>
              </a:ext>
            </a:extLst>
          </p:cNvPr>
          <p:cNvGrpSpPr/>
          <p:nvPr/>
        </p:nvGrpSpPr>
        <p:grpSpPr>
          <a:xfrm>
            <a:off x="-13881" y="5077328"/>
            <a:ext cx="12205881" cy="1780672"/>
            <a:chOff x="-13881" y="5077328"/>
            <a:chExt cx="12205881" cy="1780672"/>
          </a:xfrm>
        </p:grpSpPr>
        <p:sp>
          <p:nvSpPr>
            <p:cNvPr id="4" name="Obdélník 21">
              <a:extLst>
                <a:ext uri="{FF2B5EF4-FFF2-40B4-BE49-F238E27FC236}">
                  <a16:creationId xmlns:a16="http://schemas.microsoft.com/office/drawing/2014/main" id="{527682F1-CF1A-3721-41BD-3CCDA5951B40}"/>
                </a:ext>
              </a:extLst>
            </p:cNvPr>
            <p:cNvSpPr/>
            <p:nvPr/>
          </p:nvSpPr>
          <p:spPr>
            <a:xfrm>
              <a:off x="-13881" y="5639303"/>
              <a:ext cx="12205881" cy="1218697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  <p:pic>
          <p:nvPicPr>
            <p:cNvPr id="5" name="Obrázek 22" descr="Obsah obrázku kruh, žlutá, Grafika, Barevnost&#10;&#10;Obsah generovaný pomocí AI může být nesprávný.">
              <a:extLst>
                <a:ext uri="{FF2B5EF4-FFF2-40B4-BE49-F238E27FC236}">
                  <a16:creationId xmlns:a16="http://schemas.microsoft.com/office/drawing/2014/main" id="{DC41CDEB-44A3-C3E0-BB3C-C3C80F6B13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49337" y="5077328"/>
              <a:ext cx="1065563" cy="1123950"/>
            </a:xfrm>
            <a:prstGeom prst="rect">
              <a:avLst/>
            </a:prstGeom>
          </p:spPr>
        </p:pic>
      </p:grpSp>
      <p:pic>
        <p:nvPicPr>
          <p:cNvPr id="6" name="Picture 5" descr="A cartoon face with blue eyes and black squares&#10;&#10;AI-generated content may be incorrect.">
            <a:extLst>
              <a:ext uri="{FF2B5EF4-FFF2-40B4-BE49-F238E27FC236}">
                <a16:creationId xmlns:a16="http://schemas.microsoft.com/office/drawing/2014/main" id="{B469490D-7A35-821F-89E1-0F21E9F8E2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853" y="5719693"/>
            <a:ext cx="1065563" cy="1065563"/>
          </a:xfrm>
          <a:prstGeom prst="rect">
            <a:avLst/>
          </a:prstGeom>
        </p:spPr>
      </p:pic>
      <p:pic>
        <p:nvPicPr>
          <p:cNvPr id="7" name="Picture 6" descr="A blue and black pixelated cartoon character&#10;&#10;AI-generated content may be incorrect.">
            <a:extLst>
              <a:ext uri="{FF2B5EF4-FFF2-40B4-BE49-F238E27FC236}">
                <a16:creationId xmlns:a16="http://schemas.microsoft.com/office/drawing/2014/main" id="{4E6D2A37-B4D5-6B57-7994-2971251C72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8584" y="5719693"/>
            <a:ext cx="1065563" cy="1065563"/>
          </a:xfrm>
          <a:prstGeom prst="rect">
            <a:avLst/>
          </a:prstGeom>
        </p:spPr>
      </p:pic>
      <p:pic>
        <p:nvPicPr>
          <p:cNvPr id="8" name="Picture 7" descr="A pink and black cartoon character&#10;&#10;AI-generated content may be incorrect.">
            <a:extLst>
              <a:ext uri="{FF2B5EF4-FFF2-40B4-BE49-F238E27FC236}">
                <a16:creationId xmlns:a16="http://schemas.microsoft.com/office/drawing/2014/main" id="{C4FDB7D9-4F66-AB01-2726-7077787E4C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0628" y="5712043"/>
            <a:ext cx="1065563" cy="1065563"/>
          </a:xfrm>
          <a:prstGeom prst="rect">
            <a:avLst/>
          </a:prstGeom>
        </p:spPr>
      </p:pic>
      <p:pic>
        <p:nvPicPr>
          <p:cNvPr id="9" name="Content Placeholder 14" descr="A red and black cartoon character&#10;&#10;AI-generated content may be incorrect.">
            <a:extLst>
              <a:ext uri="{FF2B5EF4-FFF2-40B4-BE49-F238E27FC236}">
                <a16:creationId xmlns:a16="http://schemas.microsoft.com/office/drawing/2014/main" id="{C80A20C8-5311-85FC-65ED-7CFAB31256B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807" y="5712044"/>
            <a:ext cx="1065564" cy="106556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363D986-B159-0571-3480-3E5D9FC7CADE}"/>
              </a:ext>
            </a:extLst>
          </p:cNvPr>
          <p:cNvSpPr/>
          <p:nvPr/>
        </p:nvSpPr>
        <p:spPr>
          <a:xfrm>
            <a:off x="3664734" y="6099585"/>
            <a:ext cx="383458" cy="393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2F231D-B531-CF1F-4FAA-2D82109E0D49}"/>
              </a:ext>
            </a:extLst>
          </p:cNvPr>
          <p:cNvSpPr/>
          <p:nvPr/>
        </p:nvSpPr>
        <p:spPr>
          <a:xfrm>
            <a:off x="4547650" y="6099585"/>
            <a:ext cx="383458" cy="393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8783A5-084D-1B6C-93EC-472AEC735695}"/>
              </a:ext>
            </a:extLst>
          </p:cNvPr>
          <p:cNvSpPr/>
          <p:nvPr/>
        </p:nvSpPr>
        <p:spPr>
          <a:xfrm>
            <a:off x="7260891" y="6099585"/>
            <a:ext cx="383458" cy="393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C2CAC0-725C-901C-920E-FDADFAEA110B}"/>
              </a:ext>
            </a:extLst>
          </p:cNvPr>
          <p:cNvSpPr/>
          <p:nvPr/>
        </p:nvSpPr>
        <p:spPr>
          <a:xfrm>
            <a:off x="8143807" y="6099585"/>
            <a:ext cx="383458" cy="393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8CDE6D5-9468-E912-0B82-6408752759CC}"/>
              </a:ext>
            </a:extLst>
          </p:cNvPr>
          <p:cNvSpPr/>
          <p:nvPr/>
        </p:nvSpPr>
        <p:spPr>
          <a:xfrm>
            <a:off x="-390470" y="594394"/>
            <a:ext cx="3376630" cy="78658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17" name="Nadpis 1">
            <a:extLst>
              <a:ext uri="{FF2B5EF4-FFF2-40B4-BE49-F238E27FC236}">
                <a16:creationId xmlns:a16="http://schemas.microsoft.com/office/drawing/2014/main" id="{0379FB8D-0E0A-A180-46BB-4DB6D0B4F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809" y="324902"/>
            <a:ext cx="10515600" cy="1325563"/>
          </a:xfrm>
        </p:spPr>
        <p:txBody>
          <a:bodyPr/>
          <a:lstStyle/>
          <a:p>
            <a:r>
              <a:rPr lang="cs-CZ" dirty="0">
                <a:solidFill>
                  <a:schemeClr val="bg1"/>
                </a:solidFill>
              </a:rPr>
              <a:t>Duchové</a:t>
            </a:r>
          </a:p>
        </p:txBody>
      </p:sp>
      <p:pic>
        <p:nvPicPr>
          <p:cNvPr id="18" name="Graphic 17" descr="Ghost with solid fill">
            <a:extLst>
              <a:ext uri="{FF2B5EF4-FFF2-40B4-BE49-F238E27FC236}">
                <a16:creationId xmlns:a16="http://schemas.microsoft.com/office/drawing/2014/main" id="{4340E6BF-B1FF-37B1-7BAD-788474C6D7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763" y="576041"/>
            <a:ext cx="827185" cy="827185"/>
          </a:xfrm>
          <a:prstGeom prst="rect">
            <a:avLst/>
          </a:prstGeom>
        </p:spPr>
      </p:pic>
      <p:pic>
        <p:nvPicPr>
          <p:cNvPr id="14" name="Picture 13" descr="A blue and black pixelated cartoon character&#10;&#10;AI-generated content may be incorrect.">
            <a:extLst>
              <a:ext uri="{FF2B5EF4-FFF2-40B4-BE49-F238E27FC236}">
                <a16:creationId xmlns:a16="http://schemas.microsoft.com/office/drawing/2014/main" id="{C0391DAA-CD21-DA20-0CA1-2D2E62EA27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4300" y="2054926"/>
            <a:ext cx="1509752" cy="1589958"/>
          </a:xfrm>
          <a:prstGeom prst="rect">
            <a:avLst/>
          </a:prstGeom>
        </p:spPr>
      </p:pic>
      <p:pic>
        <p:nvPicPr>
          <p:cNvPr id="19" name="Obrázek 22" descr="Obsah obrázku kruh, žlutá, Grafika, Barevnost&#10;&#10;Obsah generovaný pomocí AI může být nesprávný.">
            <a:extLst>
              <a:ext uri="{FF2B5EF4-FFF2-40B4-BE49-F238E27FC236}">
                <a16:creationId xmlns:a16="http://schemas.microsoft.com/office/drawing/2014/main" id="{30286138-E384-622B-C54C-C38C535F6C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2977" y="2054926"/>
            <a:ext cx="1509752" cy="1589958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sp>
        <p:nvSpPr>
          <p:cNvPr id="23" name="Oval 22">
            <a:extLst>
              <a:ext uri="{FF2B5EF4-FFF2-40B4-BE49-F238E27FC236}">
                <a16:creationId xmlns:a16="http://schemas.microsoft.com/office/drawing/2014/main" id="{532E79F0-EE7F-6C9A-CAEC-C94AC58177CD}"/>
              </a:ext>
            </a:extLst>
          </p:cNvPr>
          <p:cNvSpPr/>
          <p:nvPr/>
        </p:nvSpPr>
        <p:spPr>
          <a:xfrm>
            <a:off x="1071388" y="1919957"/>
            <a:ext cx="443177" cy="40446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436C4DD-CF33-1957-A162-F797E076C8A9}"/>
              </a:ext>
            </a:extLst>
          </p:cNvPr>
          <p:cNvSpPr/>
          <p:nvPr/>
        </p:nvSpPr>
        <p:spPr>
          <a:xfrm>
            <a:off x="2580634" y="1921703"/>
            <a:ext cx="443177" cy="40446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3070B0C-22FB-B286-8DA5-307142840EB2}"/>
              </a:ext>
            </a:extLst>
          </p:cNvPr>
          <p:cNvSpPr/>
          <p:nvPr/>
        </p:nvSpPr>
        <p:spPr>
          <a:xfrm>
            <a:off x="2580634" y="3443701"/>
            <a:ext cx="443177" cy="40446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6CE6C1A-7DF8-DC85-B3CF-4F3F21FA630D}"/>
              </a:ext>
            </a:extLst>
          </p:cNvPr>
          <p:cNvSpPr/>
          <p:nvPr/>
        </p:nvSpPr>
        <p:spPr>
          <a:xfrm>
            <a:off x="1071388" y="3441606"/>
            <a:ext cx="443177" cy="40446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C4BD2EE-72C7-8F1C-29AA-95BABF0162CF}"/>
              </a:ext>
            </a:extLst>
          </p:cNvPr>
          <p:cNvSpPr/>
          <p:nvPr/>
        </p:nvSpPr>
        <p:spPr>
          <a:xfrm>
            <a:off x="3293218" y="1919957"/>
            <a:ext cx="443177" cy="40446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1CEDFCE-0DB9-F4EF-A7BE-9A33CC1B2913}"/>
              </a:ext>
            </a:extLst>
          </p:cNvPr>
          <p:cNvSpPr/>
          <p:nvPr/>
        </p:nvSpPr>
        <p:spPr>
          <a:xfrm>
            <a:off x="3292205" y="3441605"/>
            <a:ext cx="443177" cy="40446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8DA7BEEF-61C3-CA82-A7F3-ABCB868C91C3}"/>
              </a:ext>
            </a:extLst>
          </p:cNvPr>
          <p:cNvSpPr/>
          <p:nvPr/>
        </p:nvSpPr>
        <p:spPr>
          <a:xfrm>
            <a:off x="4792710" y="1919957"/>
            <a:ext cx="443177" cy="40446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A15C9C8-BDDF-D42E-9976-C02BE38ED2A0}"/>
              </a:ext>
            </a:extLst>
          </p:cNvPr>
          <p:cNvSpPr/>
          <p:nvPr/>
        </p:nvSpPr>
        <p:spPr>
          <a:xfrm>
            <a:off x="4792711" y="3444001"/>
            <a:ext cx="443177" cy="40446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CB1A0C6D-F1AD-8F96-EC3E-79AF210FA92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9497" y="4115259"/>
            <a:ext cx="5115982" cy="100850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7A6092A6-8183-C8FF-31FA-D69E12AC7E1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56620" y="3170587"/>
            <a:ext cx="3610535" cy="2210945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37F164AB-2573-4709-FD6E-22819E36301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64600" y="573892"/>
            <a:ext cx="3376630" cy="2422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53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8" grpId="0" animBg="1"/>
      <p:bldP spid="30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62AF6-5E7E-86EC-CF78-E37856B50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Content Placeholder 14" descr="A drawing of a triangle with lines and numbers&#10;&#10;AI-generated content may be incorrect.">
            <a:extLst>
              <a:ext uri="{FF2B5EF4-FFF2-40B4-BE49-F238E27FC236}">
                <a16:creationId xmlns:a16="http://schemas.microsoft.com/office/drawing/2014/main" id="{51BEE4B0-F02B-6975-9699-BB537BA8ED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423" y="1442703"/>
            <a:ext cx="5570703" cy="3299746"/>
          </a:xfrm>
          <a:effectLst>
            <a:outerShdw blurRad="50800" dist="50800" dir="5400000" algn="ctr" rotWithShape="0">
              <a:schemeClr val="bg1">
                <a:alpha val="0"/>
              </a:scheme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49831C2-B975-22F5-70D3-15DFC07188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525" y="4716482"/>
            <a:ext cx="4626915" cy="67768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D7A956B-6A75-FDF6-E01F-176CB6AF5A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2919" y="1981215"/>
            <a:ext cx="5570703" cy="2628871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FA9FA630-23CB-82CF-C707-9C79BC6C5699}"/>
              </a:ext>
            </a:extLst>
          </p:cNvPr>
          <p:cNvGrpSpPr/>
          <p:nvPr/>
        </p:nvGrpSpPr>
        <p:grpSpPr>
          <a:xfrm>
            <a:off x="-13881" y="5077328"/>
            <a:ext cx="12205881" cy="1780672"/>
            <a:chOff x="-13881" y="5077328"/>
            <a:chExt cx="12205881" cy="1780672"/>
          </a:xfrm>
        </p:grpSpPr>
        <p:sp>
          <p:nvSpPr>
            <p:cNvPr id="4" name="Obdélník 21">
              <a:extLst>
                <a:ext uri="{FF2B5EF4-FFF2-40B4-BE49-F238E27FC236}">
                  <a16:creationId xmlns:a16="http://schemas.microsoft.com/office/drawing/2014/main" id="{3C6CFA9A-BF62-967E-CA27-7624C6273695}"/>
                </a:ext>
              </a:extLst>
            </p:cNvPr>
            <p:cNvSpPr/>
            <p:nvPr/>
          </p:nvSpPr>
          <p:spPr>
            <a:xfrm>
              <a:off x="-13881" y="5639303"/>
              <a:ext cx="12205881" cy="1218697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  <p:pic>
          <p:nvPicPr>
            <p:cNvPr id="5" name="Obrázek 22" descr="Obsah obrázku kruh, žlutá, Grafika, Barevnost&#10;&#10;Obsah generovaný pomocí AI může být nesprávný.">
              <a:extLst>
                <a:ext uri="{FF2B5EF4-FFF2-40B4-BE49-F238E27FC236}">
                  <a16:creationId xmlns:a16="http://schemas.microsoft.com/office/drawing/2014/main" id="{FF940E88-D164-F5EC-A1C1-3CA3D27B4BA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549337" y="5077328"/>
              <a:ext cx="1065563" cy="1123950"/>
            </a:xfrm>
            <a:prstGeom prst="rect">
              <a:avLst/>
            </a:prstGeom>
          </p:spPr>
        </p:pic>
      </p:grpSp>
      <p:pic>
        <p:nvPicPr>
          <p:cNvPr id="6" name="Picture 5" descr="A cartoon face with blue eyes and black squares&#10;&#10;AI-generated content may be incorrect.">
            <a:extLst>
              <a:ext uri="{FF2B5EF4-FFF2-40B4-BE49-F238E27FC236}">
                <a16:creationId xmlns:a16="http://schemas.microsoft.com/office/drawing/2014/main" id="{9594452B-B565-3EDA-0C60-88AB4DE1214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853" y="5719693"/>
            <a:ext cx="1065563" cy="1065563"/>
          </a:xfrm>
          <a:prstGeom prst="rect">
            <a:avLst/>
          </a:prstGeom>
        </p:spPr>
      </p:pic>
      <p:pic>
        <p:nvPicPr>
          <p:cNvPr id="7" name="Picture 6" descr="A blue and black pixelated cartoon character&#10;&#10;AI-generated content may be incorrect.">
            <a:extLst>
              <a:ext uri="{FF2B5EF4-FFF2-40B4-BE49-F238E27FC236}">
                <a16:creationId xmlns:a16="http://schemas.microsoft.com/office/drawing/2014/main" id="{00115815-95A9-9753-89AD-F2C8BF046FA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8584" y="5719693"/>
            <a:ext cx="1065563" cy="1065563"/>
          </a:xfrm>
          <a:prstGeom prst="rect">
            <a:avLst/>
          </a:prstGeom>
        </p:spPr>
      </p:pic>
      <p:pic>
        <p:nvPicPr>
          <p:cNvPr id="8" name="Picture 7" descr="A pink and black cartoon character&#10;&#10;AI-generated content may be incorrect.">
            <a:extLst>
              <a:ext uri="{FF2B5EF4-FFF2-40B4-BE49-F238E27FC236}">
                <a16:creationId xmlns:a16="http://schemas.microsoft.com/office/drawing/2014/main" id="{4E67A6CF-4CE8-2627-436D-417CD1233E4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0628" y="5712043"/>
            <a:ext cx="1065563" cy="1065563"/>
          </a:xfrm>
          <a:prstGeom prst="rect">
            <a:avLst/>
          </a:prstGeom>
        </p:spPr>
      </p:pic>
      <p:pic>
        <p:nvPicPr>
          <p:cNvPr id="9" name="Content Placeholder 14" descr="A red and black cartoon character&#10;&#10;AI-generated content may be incorrect.">
            <a:extLst>
              <a:ext uri="{FF2B5EF4-FFF2-40B4-BE49-F238E27FC236}">
                <a16:creationId xmlns:a16="http://schemas.microsoft.com/office/drawing/2014/main" id="{A6C5A401-4ECA-7501-9927-A053E3F4A82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807" y="5712044"/>
            <a:ext cx="1065564" cy="106556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4B06698-E6B5-0606-1ED8-A88293F2C612}"/>
              </a:ext>
            </a:extLst>
          </p:cNvPr>
          <p:cNvSpPr/>
          <p:nvPr/>
        </p:nvSpPr>
        <p:spPr>
          <a:xfrm>
            <a:off x="3664734" y="6099585"/>
            <a:ext cx="383458" cy="393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62930B-6804-14D2-4ACE-9DDF5969CF3C}"/>
              </a:ext>
            </a:extLst>
          </p:cNvPr>
          <p:cNvSpPr/>
          <p:nvPr/>
        </p:nvSpPr>
        <p:spPr>
          <a:xfrm>
            <a:off x="4547650" y="6099585"/>
            <a:ext cx="383458" cy="393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094CD9-E065-14BC-FB96-7B5747557225}"/>
              </a:ext>
            </a:extLst>
          </p:cNvPr>
          <p:cNvSpPr/>
          <p:nvPr/>
        </p:nvSpPr>
        <p:spPr>
          <a:xfrm>
            <a:off x="7260891" y="6099585"/>
            <a:ext cx="383458" cy="393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994596-FD44-D76C-8588-59493DA8587B}"/>
              </a:ext>
            </a:extLst>
          </p:cNvPr>
          <p:cNvSpPr/>
          <p:nvPr/>
        </p:nvSpPr>
        <p:spPr>
          <a:xfrm>
            <a:off x="8143807" y="6099585"/>
            <a:ext cx="383458" cy="393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D535290-0948-D011-3C7D-6854EEE85C1D}"/>
              </a:ext>
            </a:extLst>
          </p:cNvPr>
          <p:cNvSpPr/>
          <p:nvPr/>
        </p:nvSpPr>
        <p:spPr>
          <a:xfrm>
            <a:off x="-390470" y="594394"/>
            <a:ext cx="3376630" cy="78658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20" name="Nadpis 1">
            <a:extLst>
              <a:ext uri="{FF2B5EF4-FFF2-40B4-BE49-F238E27FC236}">
                <a16:creationId xmlns:a16="http://schemas.microsoft.com/office/drawing/2014/main" id="{D661F65D-495C-0F5E-B954-A09DAA1B0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809" y="324902"/>
            <a:ext cx="10515600" cy="1325563"/>
          </a:xfrm>
        </p:spPr>
        <p:txBody>
          <a:bodyPr/>
          <a:lstStyle/>
          <a:p>
            <a:r>
              <a:rPr lang="cs-CZ" dirty="0">
                <a:solidFill>
                  <a:schemeClr val="bg1"/>
                </a:solidFill>
              </a:rPr>
              <a:t>Duchové</a:t>
            </a:r>
          </a:p>
        </p:txBody>
      </p:sp>
      <p:pic>
        <p:nvPicPr>
          <p:cNvPr id="21" name="Graphic 20" descr="Ghost with solid fill">
            <a:extLst>
              <a:ext uri="{FF2B5EF4-FFF2-40B4-BE49-F238E27FC236}">
                <a16:creationId xmlns:a16="http://schemas.microsoft.com/office/drawing/2014/main" id="{696E4D84-FBFD-67AD-9505-CF5C848818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763" y="576041"/>
            <a:ext cx="827185" cy="827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181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6EE98-0C4C-D778-200B-EBD10E03D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3783E919-2493-BD54-4D5A-76DD16BEEF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65648" y="1974984"/>
            <a:ext cx="3595297" cy="2300990"/>
          </a:xfrm>
          <a:prstGeom prst="rect">
            <a:avLst/>
          </a:prstGeom>
        </p:spPr>
      </p:pic>
      <p:pic>
        <p:nvPicPr>
          <p:cNvPr id="18" name="Picture 1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F622E767-34BB-F818-5801-B25B658E32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5955" y="4286853"/>
            <a:ext cx="5314990" cy="1267955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E8A6A8AE-DCBF-35A1-A744-FBFD5ED417AE}"/>
              </a:ext>
            </a:extLst>
          </p:cNvPr>
          <p:cNvGrpSpPr/>
          <p:nvPr/>
        </p:nvGrpSpPr>
        <p:grpSpPr>
          <a:xfrm>
            <a:off x="-13881" y="5077328"/>
            <a:ext cx="12205881" cy="1780672"/>
            <a:chOff x="-13881" y="5077328"/>
            <a:chExt cx="12205881" cy="1780672"/>
          </a:xfrm>
        </p:grpSpPr>
        <p:sp>
          <p:nvSpPr>
            <p:cNvPr id="4" name="Obdélník 21">
              <a:extLst>
                <a:ext uri="{FF2B5EF4-FFF2-40B4-BE49-F238E27FC236}">
                  <a16:creationId xmlns:a16="http://schemas.microsoft.com/office/drawing/2014/main" id="{43712DAD-FE27-6259-2BEA-57748299F65E}"/>
                </a:ext>
              </a:extLst>
            </p:cNvPr>
            <p:cNvSpPr/>
            <p:nvPr/>
          </p:nvSpPr>
          <p:spPr>
            <a:xfrm>
              <a:off x="-13881" y="5639303"/>
              <a:ext cx="12205881" cy="1218697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  <p:pic>
          <p:nvPicPr>
            <p:cNvPr id="5" name="Obrázek 22" descr="Obsah obrázku kruh, žlutá, Grafika, Barevnost&#10;&#10;Obsah generovaný pomocí AI může být nesprávný.">
              <a:extLst>
                <a:ext uri="{FF2B5EF4-FFF2-40B4-BE49-F238E27FC236}">
                  <a16:creationId xmlns:a16="http://schemas.microsoft.com/office/drawing/2014/main" id="{C2CC9047-4EF4-E891-4233-ADD7070CC4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49337" y="5077328"/>
              <a:ext cx="1065563" cy="1123950"/>
            </a:xfrm>
            <a:prstGeom prst="rect">
              <a:avLst/>
            </a:prstGeom>
          </p:spPr>
        </p:pic>
      </p:grpSp>
      <p:pic>
        <p:nvPicPr>
          <p:cNvPr id="6" name="Picture 5" descr="A cartoon face with blue eyes and black squares&#10;&#10;AI-generated content may be incorrect.">
            <a:extLst>
              <a:ext uri="{FF2B5EF4-FFF2-40B4-BE49-F238E27FC236}">
                <a16:creationId xmlns:a16="http://schemas.microsoft.com/office/drawing/2014/main" id="{A6C8F252-7522-F472-E0B0-E1C32004F0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853" y="5719693"/>
            <a:ext cx="1065563" cy="1065563"/>
          </a:xfrm>
          <a:prstGeom prst="rect">
            <a:avLst/>
          </a:prstGeom>
        </p:spPr>
      </p:pic>
      <p:pic>
        <p:nvPicPr>
          <p:cNvPr id="7" name="Picture 6" descr="A blue and black pixelated cartoon character&#10;&#10;AI-generated content may be incorrect.">
            <a:extLst>
              <a:ext uri="{FF2B5EF4-FFF2-40B4-BE49-F238E27FC236}">
                <a16:creationId xmlns:a16="http://schemas.microsoft.com/office/drawing/2014/main" id="{9A258F3A-B809-A4E4-5739-C4C9FABA6BD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8584" y="5719693"/>
            <a:ext cx="1065563" cy="1065563"/>
          </a:xfrm>
          <a:prstGeom prst="rect">
            <a:avLst/>
          </a:prstGeom>
        </p:spPr>
      </p:pic>
      <p:pic>
        <p:nvPicPr>
          <p:cNvPr id="8" name="Picture 7" descr="A pink and black cartoon character&#10;&#10;AI-generated content may be incorrect.">
            <a:extLst>
              <a:ext uri="{FF2B5EF4-FFF2-40B4-BE49-F238E27FC236}">
                <a16:creationId xmlns:a16="http://schemas.microsoft.com/office/drawing/2014/main" id="{AE711921-BF96-0821-F213-B112BFF439B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0628" y="5712043"/>
            <a:ext cx="1065563" cy="1065563"/>
          </a:xfrm>
          <a:prstGeom prst="rect">
            <a:avLst/>
          </a:prstGeom>
        </p:spPr>
      </p:pic>
      <p:pic>
        <p:nvPicPr>
          <p:cNvPr id="9" name="Content Placeholder 14" descr="A red and black cartoon character&#10;&#10;AI-generated content may be incorrect.">
            <a:extLst>
              <a:ext uri="{FF2B5EF4-FFF2-40B4-BE49-F238E27FC236}">
                <a16:creationId xmlns:a16="http://schemas.microsoft.com/office/drawing/2014/main" id="{CF0438E3-5AB2-6242-D0CB-E71857628AC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807" y="5712044"/>
            <a:ext cx="1065564" cy="106556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2FC5A9D-A2C3-2404-1162-2ABDE8C37747}"/>
              </a:ext>
            </a:extLst>
          </p:cNvPr>
          <p:cNvSpPr/>
          <p:nvPr/>
        </p:nvSpPr>
        <p:spPr>
          <a:xfrm>
            <a:off x="3664734" y="6099585"/>
            <a:ext cx="383458" cy="393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926A89-01ED-F57F-9C8B-15D738D297AC}"/>
              </a:ext>
            </a:extLst>
          </p:cNvPr>
          <p:cNvSpPr/>
          <p:nvPr/>
        </p:nvSpPr>
        <p:spPr>
          <a:xfrm>
            <a:off x="4547650" y="6099585"/>
            <a:ext cx="383458" cy="393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67F0E07-DE74-43B5-79B2-D1F71BF57FC3}"/>
              </a:ext>
            </a:extLst>
          </p:cNvPr>
          <p:cNvSpPr/>
          <p:nvPr/>
        </p:nvSpPr>
        <p:spPr>
          <a:xfrm>
            <a:off x="7260891" y="6099585"/>
            <a:ext cx="383458" cy="393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5E5E8D6-F9D0-BE1A-68E4-25ECA37058E1}"/>
              </a:ext>
            </a:extLst>
          </p:cNvPr>
          <p:cNvSpPr/>
          <p:nvPr/>
        </p:nvSpPr>
        <p:spPr>
          <a:xfrm>
            <a:off x="8143807" y="6099585"/>
            <a:ext cx="383458" cy="393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AB99AFF-2156-1819-DDCD-20B0004A78A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3994" y="1609776"/>
            <a:ext cx="5068499" cy="3737143"/>
          </a:xfrm>
          <a:prstGeom prst="rect">
            <a:avLst/>
          </a:prstGeom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9D18E23-53DC-0E63-F27F-E32E45B18C57}"/>
              </a:ext>
            </a:extLst>
          </p:cNvPr>
          <p:cNvSpPr/>
          <p:nvPr/>
        </p:nvSpPr>
        <p:spPr>
          <a:xfrm>
            <a:off x="-390470" y="594394"/>
            <a:ext cx="3376630" cy="78658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20" name="Nadpis 1">
            <a:extLst>
              <a:ext uri="{FF2B5EF4-FFF2-40B4-BE49-F238E27FC236}">
                <a16:creationId xmlns:a16="http://schemas.microsoft.com/office/drawing/2014/main" id="{C9FF715F-6955-9190-F44E-9AF98BA5D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809" y="324902"/>
            <a:ext cx="10515600" cy="1325563"/>
          </a:xfrm>
        </p:spPr>
        <p:txBody>
          <a:bodyPr/>
          <a:lstStyle/>
          <a:p>
            <a:r>
              <a:rPr lang="cs-CZ" dirty="0">
                <a:solidFill>
                  <a:schemeClr val="bg1"/>
                </a:solidFill>
              </a:rPr>
              <a:t>Duchové</a:t>
            </a:r>
          </a:p>
        </p:txBody>
      </p:sp>
      <p:pic>
        <p:nvPicPr>
          <p:cNvPr id="21" name="Graphic 20" descr="Ghost with solid fill">
            <a:extLst>
              <a:ext uri="{FF2B5EF4-FFF2-40B4-BE49-F238E27FC236}">
                <a16:creationId xmlns:a16="http://schemas.microsoft.com/office/drawing/2014/main" id="{CC9BB2B2-5AC1-80CB-3E42-180883F135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763" y="576041"/>
            <a:ext cx="827185" cy="82718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BD147F6-AD21-5E82-02E1-26F540CFEF1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28644" y="785981"/>
            <a:ext cx="3120852" cy="3479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11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E14B9-460B-B086-C554-88B81AB27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EE3B63D-3B22-2BB9-11B1-506DA32D1BA5}"/>
              </a:ext>
            </a:extLst>
          </p:cNvPr>
          <p:cNvSpPr/>
          <p:nvPr/>
        </p:nvSpPr>
        <p:spPr>
          <a:xfrm>
            <a:off x="-390470" y="594394"/>
            <a:ext cx="4438662" cy="78658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E7EB40F-4730-39A2-E246-BF2602B0F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318" y="324902"/>
            <a:ext cx="10515600" cy="1325563"/>
          </a:xfrm>
        </p:spPr>
        <p:txBody>
          <a:bodyPr/>
          <a:lstStyle/>
          <a:p>
            <a:r>
              <a:rPr lang="cs-CZ" dirty="0">
                <a:solidFill>
                  <a:schemeClr val="bg1"/>
                </a:solidFill>
              </a:rPr>
              <a:t>Problematika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7280B458-2C1C-07B6-7F7F-5F3CF30E44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9092" y="2225074"/>
            <a:ext cx="4914708" cy="209996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49EF705-36DA-19AB-2220-0C4043E84A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248" y="2225074"/>
            <a:ext cx="5058999" cy="2099962"/>
          </a:xfrm>
          <a:prstGeom prst="rect">
            <a:avLst/>
          </a:prstGeom>
        </p:spPr>
      </p:pic>
      <p:pic>
        <p:nvPicPr>
          <p:cNvPr id="14" name="Graphic 13" descr="Close with solid fill">
            <a:extLst>
              <a:ext uri="{FF2B5EF4-FFF2-40B4-BE49-F238E27FC236}">
                <a16:creationId xmlns:a16="http://schemas.microsoft.com/office/drawing/2014/main" id="{FBDD84DA-7388-4796-0852-896613C8F6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33547" y="4370065"/>
            <a:ext cx="914400" cy="914400"/>
          </a:xfrm>
          <a:prstGeom prst="rect">
            <a:avLst/>
          </a:prstGeom>
        </p:spPr>
      </p:pic>
      <p:pic>
        <p:nvPicPr>
          <p:cNvPr id="16" name="Graphic 15" descr="Checkmark with solid fill">
            <a:extLst>
              <a:ext uri="{FF2B5EF4-FFF2-40B4-BE49-F238E27FC236}">
                <a16:creationId xmlns:a16="http://schemas.microsoft.com/office/drawing/2014/main" id="{56E92677-89A6-3FC8-54EF-27895162EB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24888" y="4370065"/>
            <a:ext cx="914400" cy="91440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E0735B06-0B3B-988E-DBE8-5A5E6DB9307B}"/>
              </a:ext>
            </a:extLst>
          </p:cNvPr>
          <p:cNvGrpSpPr/>
          <p:nvPr/>
        </p:nvGrpSpPr>
        <p:grpSpPr>
          <a:xfrm>
            <a:off x="-13881" y="5077328"/>
            <a:ext cx="12205881" cy="1780672"/>
            <a:chOff x="-13881" y="5077328"/>
            <a:chExt cx="12205881" cy="1780672"/>
          </a:xfrm>
        </p:grpSpPr>
        <p:sp>
          <p:nvSpPr>
            <p:cNvPr id="4" name="Obdélník 21">
              <a:extLst>
                <a:ext uri="{FF2B5EF4-FFF2-40B4-BE49-F238E27FC236}">
                  <a16:creationId xmlns:a16="http://schemas.microsoft.com/office/drawing/2014/main" id="{178982D1-3450-0964-03C8-D689FBC7DFE3}"/>
                </a:ext>
              </a:extLst>
            </p:cNvPr>
            <p:cNvSpPr/>
            <p:nvPr/>
          </p:nvSpPr>
          <p:spPr>
            <a:xfrm>
              <a:off x="-13881" y="5639303"/>
              <a:ext cx="12205881" cy="1218697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  <p:pic>
          <p:nvPicPr>
            <p:cNvPr id="5" name="Obrázek 22" descr="Obsah obrázku kruh, žlutá, Grafika, Barevnost&#10;&#10;Obsah generovaný pomocí AI může být nesprávný.">
              <a:extLst>
                <a:ext uri="{FF2B5EF4-FFF2-40B4-BE49-F238E27FC236}">
                  <a16:creationId xmlns:a16="http://schemas.microsoft.com/office/drawing/2014/main" id="{7DE54291-174B-1367-136E-9ADE9A152C8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549337" y="5077328"/>
              <a:ext cx="1065563" cy="1123950"/>
            </a:xfrm>
            <a:prstGeom prst="rect">
              <a:avLst/>
            </a:prstGeom>
          </p:spPr>
        </p:pic>
      </p:grpSp>
      <p:pic>
        <p:nvPicPr>
          <p:cNvPr id="6" name="Picture 5" descr="A cartoon face with blue eyes and black squares&#10;&#10;AI-generated content may be incorrect.">
            <a:extLst>
              <a:ext uri="{FF2B5EF4-FFF2-40B4-BE49-F238E27FC236}">
                <a16:creationId xmlns:a16="http://schemas.microsoft.com/office/drawing/2014/main" id="{C8BB4B55-A983-C6A8-78F9-384B6F8D873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853" y="5719693"/>
            <a:ext cx="1065563" cy="1065563"/>
          </a:xfrm>
          <a:prstGeom prst="rect">
            <a:avLst/>
          </a:prstGeom>
        </p:spPr>
      </p:pic>
      <p:pic>
        <p:nvPicPr>
          <p:cNvPr id="7" name="Picture 6" descr="A blue and black pixelated cartoon character&#10;&#10;AI-generated content may be incorrect.">
            <a:extLst>
              <a:ext uri="{FF2B5EF4-FFF2-40B4-BE49-F238E27FC236}">
                <a16:creationId xmlns:a16="http://schemas.microsoft.com/office/drawing/2014/main" id="{E2A327C3-FFEE-8C18-BFE4-D7E2DA41DC7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8584" y="5719693"/>
            <a:ext cx="1065563" cy="1065563"/>
          </a:xfrm>
          <a:prstGeom prst="rect">
            <a:avLst/>
          </a:prstGeom>
        </p:spPr>
      </p:pic>
      <p:pic>
        <p:nvPicPr>
          <p:cNvPr id="8" name="Picture 7" descr="A pink and black cartoon character&#10;&#10;AI-generated content may be incorrect.">
            <a:extLst>
              <a:ext uri="{FF2B5EF4-FFF2-40B4-BE49-F238E27FC236}">
                <a16:creationId xmlns:a16="http://schemas.microsoft.com/office/drawing/2014/main" id="{9AB1EA1F-2451-0F96-757F-EB559A4EC6C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0628" y="5712043"/>
            <a:ext cx="1065563" cy="1065563"/>
          </a:xfrm>
          <a:prstGeom prst="rect">
            <a:avLst/>
          </a:prstGeom>
        </p:spPr>
      </p:pic>
      <p:pic>
        <p:nvPicPr>
          <p:cNvPr id="9" name="Content Placeholder 14" descr="A red and black cartoon character&#10;&#10;AI-generated content may be incorrect.">
            <a:extLst>
              <a:ext uri="{FF2B5EF4-FFF2-40B4-BE49-F238E27FC236}">
                <a16:creationId xmlns:a16="http://schemas.microsoft.com/office/drawing/2014/main" id="{9518EAEE-5203-731A-73C0-6732CBBF1EB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807" y="5712044"/>
            <a:ext cx="1065564" cy="106556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87C833D-98DD-4191-D7F0-71A128264207}"/>
              </a:ext>
            </a:extLst>
          </p:cNvPr>
          <p:cNvSpPr/>
          <p:nvPr/>
        </p:nvSpPr>
        <p:spPr>
          <a:xfrm>
            <a:off x="3664734" y="6099585"/>
            <a:ext cx="383458" cy="393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2EED18-2AA1-6210-4958-B944CC733058}"/>
              </a:ext>
            </a:extLst>
          </p:cNvPr>
          <p:cNvSpPr/>
          <p:nvPr/>
        </p:nvSpPr>
        <p:spPr>
          <a:xfrm>
            <a:off x="4547650" y="6099585"/>
            <a:ext cx="383458" cy="393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18D4ED-FA3A-9EA5-C185-058E3BE00250}"/>
              </a:ext>
            </a:extLst>
          </p:cNvPr>
          <p:cNvSpPr/>
          <p:nvPr/>
        </p:nvSpPr>
        <p:spPr>
          <a:xfrm>
            <a:off x="7260891" y="6099585"/>
            <a:ext cx="383458" cy="393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B9B5B47-49F0-04D2-FF89-F5921E6220B5}"/>
              </a:ext>
            </a:extLst>
          </p:cNvPr>
          <p:cNvSpPr/>
          <p:nvPr/>
        </p:nvSpPr>
        <p:spPr>
          <a:xfrm>
            <a:off x="8143807" y="6099585"/>
            <a:ext cx="383458" cy="393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19" name="Graphic 18" descr="Wrench with solid fill">
            <a:extLst>
              <a:ext uri="{FF2B5EF4-FFF2-40B4-BE49-F238E27FC236}">
                <a16:creationId xmlns:a16="http://schemas.microsoft.com/office/drawing/2014/main" id="{DB446F99-8D24-6653-864E-DFFCA4A264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32008" y="634588"/>
            <a:ext cx="706192" cy="706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19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6EBBB5A-7B8A-7F48-928D-E45FF98FD1AE}"/>
              </a:ext>
            </a:extLst>
          </p:cNvPr>
          <p:cNvSpPr/>
          <p:nvPr/>
        </p:nvSpPr>
        <p:spPr>
          <a:xfrm>
            <a:off x="-390471" y="594394"/>
            <a:ext cx="7420535" cy="78658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7D462D4-86A6-1FE8-E5D7-1AAB68C75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318" y="324902"/>
            <a:ext cx="10515600" cy="1325563"/>
          </a:xfrm>
        </p:spPr>
        <p:txBody>
          <a:bodyPr/>
          <a:lstStyle/>
          <a:p>
            <a:r>
              <a:rPr lang="cs-CZ" dirty="0">
                <a:solidFill>
                  <a:schemeClr val="bg1"/>
                </a:solidFill>
              </a:rPr>
              <a:t>Závěr + návrhy ke zlepšení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B0A83B3-F9DA-D5C3-622A-D950C3607E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8214" y="1842429"/>
            <a:ext cx="3173141" cy="3173141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AFDE5EBB-7D83-3AF5-0EB6-365B0F097BD8}"/>
              </a:ext>
            </a:extLst>
          </p:cNvPr>
          <p:cNvGrpSpPr/>
          <p:nvPr/>
        </p:nvGrpSpPr>
        <p:grpSpPr>
          <a:xfrm>
            <a:off x="-13881" y="5077328"/>
            <a:ext cx="12205881" cy="1780672"/>
            <a:chOff x="-13881" y="5077328"/>
            <a:chExt cx="12205881" cy="1780672"/>
          </a:xfrm>
        </p:grpSpPr>
        <p:sp>
          <p:nvSpPr>
            <p:cNvPr id="5" name="Obdélník 21">
              <a:extLst>
                <a:ext uri="{FF2B5EF4-FFF2-40B4-BE49-F238E27FC236}">
                  <a16:creationId xmlns:a16="http://schemas.microsoft.com/office/drawing/2014/main" id="{F372D222-4BA7-1745-21CA-669A7A22EF3C}"/>
                </a:ext>
              </a:extLst>
            </p:cNvPr>
            <p:cNvSpPr/>
            <p:nvPr/>
          </p:nvSpPr>
          <p:spPr>
            <a:xfrm>
              <a:off x="-13881" y="5639303"/>
              <a:ext cx="12205881" cy="1218697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  <p:pic>
          <p:nvPicPr>
            <p:cNvPr id="6" name="Obrázek 22" descr="Obsah obrázku kruh, žlutá, Grafika, Barevnost&#10;&#10;Obsah generovaný pomocí AI může být nesprávný.">
              <a:extLst>
                <a:ext uri="{FF2B5EF4-FFF2-40B4-BE49-F238E27FC236}">
                  <a16:creationId xmlns:a16="http://schemas.microsoft.com/office/drawing/2014/main" id="{712D18FE-8611-E9D6-629B-9E8CF09F83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49337" y="5077328"/>
              <a:ext cx="1065563" cy="1123950"/>
            </a:xfrm>
            <a:prstGeom prst="rect">
              <a:avLst/>
            </a:prstGeom>
          </p:spPr>
        </p:pic>
      </p:grpSp>
      <p:pic>
        <p:nvPicPr>
          <p:cNvPr id="24" name="Picture 23" descr="A cartoon face with blue eyes and black squares&#10;&#10;AI-generated content may be incorrect.">
            <a:extLst>
              <a:ext uri="{FF2B5EF4-FFF2-40B4-BE49-F238E27FC236}">
                <a16:creationId xmlns:a16="http://schemas.microsoft.com/office/drawing/2014/main" id="{F6262AC0-C24E-3809-14AF-59C8B8A124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853" y="5719693"/>
            <a:ext cx="1065563" cy="1065563"/>
          </a:xfrm>
          <a:prstGeom prst="rect">
            <a:avLst/>
          </a:prstGeom>
        </p:spPr>
      </p:pic>
      <p:pic>
        <p:nvPicPr>
          <p:cNvPr id="25" name="Picture 24" descr="A blue and black pixelated cartoon character&#10;&#10;AI-generated content may be incorrect.">
            <a:extLst>
              <a:ext uri="{FF2B5EF4-FFF2-40B4-BE49-F238E27FC236}">
                <a16:creationId xmlns:a16="http://schemas.microsoft.com/office/drawing/2014/main" id="{438B0B31-7B39-F4D2-D88F-8DDA3E427C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8584" y="5719693"/>
            <a:ext cx="1065563" cy="1065563"/>
          </a:xfrm>
          <a:prstGeom prst="rect">
            <a:avLst/>
          </a:prstGeom>
        </p:spPr>
      </p:pic>
      <p:pic>
        <p:nvPicPr>
          <p:cNvPr id="26" name="Picture 25" descr="A pink and black cartoon character&#10;&#10;AI-generated content may be incorrect.">
            <a:extLst>
              <a:ext uri="{FF2B5EF4-FFF2-40B4-BE49-F238E27FC236}">
                <a16:creationId xmlns:a16="http://schemas.microsoft.com/office/drawing/2014/main" id="{ECAAFD4C-776A-5157-870D-15FACECB51F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0628" y="5712043"/>
            <a:ext cx="1065563" cy="1065563"/>
          </a:xfrm>
          <a:prstGeom prst="rect">
            <a:avLst/>
          </a:prstGeom>
        </p:spPr>
      </p:pic>
      <p:pic>
        <p:nvPicPr>
          <p:cNvPr id="27" name="Content Placeholder 14" descr="A red and black cartoon character&#10;&#10;AI-generated content may be incorrect.">
            <a:extLst>
              <a:ext uri="{FF2B5EF4-FFF2-40B4-BE49-F238E27FC236}">
                <a16:creationId xmlns:a16="http://schemas.microsoft.com/office/drawing/2014/main" id="{B419CF02-3AA8-25B3-CC64-A213CD45AA4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807" y="5712044"/>
            <a:ext cx="1065564" cy="1065566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540B5155-7E7A-EF25-C136-419B4691225B}"/>
              </a:ext>
            </a:extLst>
          </p:cNvPr>
          <p:cNvSpPr/>
          <p:nvPr/>
        </p:nvSpPr>
        <p:spPr>
          <a:xfrm>
            <a:off x="3664734" y="6099585"/>
            <a:ext cx="383458" cy="393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074F805-651E-1B10-229A-D176811FBFF5}"/>
              </a:ext>
            </a:extLst>
          </p:cNvPr>
          <p:cNvSpPr/>
          <p:nvPr/>
        </p:nvSpPr>
        <p:spPr>
          <a:xfrm>
            <a:off x="4547650" y="6099585"/>
            <a:ext cx="383458" cy="393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E664701-C3D3-026C-4278-41D39840E960}"/>
              </a:ext>
            </a:extLst>
          </p:cNvPr>
          <p:cNvSpPr/>
          <p:nvPr/>
        </p:nvSpPr>
        <p:spPr>
          <a:xfrm>
            <a:off x="7260891" y="6099585"/>
            <a:ext cx="383458" cy="393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CE66678-D4E4-3B22-EDEB-47EAB99C4308}"/>
              </a:ext>
            </a:extLst>
          </p:cNvPr>
          <p:cNvSpPr/>
          <p:nvPr/>
        </p:nvSpPr>
        <p:spPr>
          <a:xfrm>
            <a:off x="8143807" y="6099585"/>
            <a:ext cx="383458" cy="393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1D995A-008F-43EE-6293-84ABBC64A35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11365" y="1963068"/>
            <a:ext cx="4512432" cy="29471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DECB95C-1A43-100D-26A0-048B803D022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43807" y="2003105"/>
            <a:ext cx="3802387" cy="2851790"/>
          </a:xfrm>
          <a:prstGeom prst="rect">
            <a:avLst/>
          </a:prstGeom>
        </p:spPr>
      </p:pic>
      <p:pic>
        <p:nvPicPr>
          <p:cNvPr id="10" name="Graphic 9" descr="Evening Moon with solid fill">
            <a:extLst>
              <a:ext uri="{FF2B5EF4-FFF2-40B4-BE49-F238E27FC236}">
                <a16:creationId xmlns:a16="http://schemas.microsoft.com/office/drawing/2014/main" id="{94789FC7-4D14-230E-C920-6CFAB519FB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329" y="562034"/>
            <a:ext cx="753871" cy="753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972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7513C-D27C-B606-E906-9E2F043AF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EA6342E-89EF-92E8-D190-E740CA98D473}"/>
              </a:ext>
            </a:extLst>
          </p:cNvPr>
          <p:cNvSpPr/>
          <p:nvPr/>
        </p:nvSpPr>
        <p:spPr>
          <a:xfrm>
            <a:off x="-390470" y="594394"/>
            <a:ext cx="2976354" cy="78658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3278AD47-1093-1C39-8D4D-DD3CE0A1F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318" y="324902"/>
            <a:ext cx="10515600" cy="1325563"/>
          </a:xfrm>
        </p:spPr>
        <p:txBody>
          <a:bodyPr/>
          <a:lstStyle/>
          <a:p>
            <a:r>
              <a:rPr lang="cs-CZ" dirty="0">
                <a:solidFill>
                  <a:schemeClr val="bg1"/>
                </a:solidFill>
              </a:rPr>
              <a:t>Zdroje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23B3D93-D8B2-7417-55FF-FD9B97BD6CA6}"/>
              </a:ext>
            </a:extLst>
          </p:cNvPr>
          <p:cNvSpPr/>
          <p:nvPr/>
        </p:nvSpPr>
        <p:spPr>
          <a:xfrm>
            <a:off x="3664734" y="6099585"/>
            <a:ext cx="383458" cy="393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13D07B0-C473-4771-585E-9BDE722914FB}"/>
              </a:ext>
            </a:extLst>
          </p:cNvPr>
          <p:cNvSpPr/>
          <p:nvPr/>
        </p:nvSpPr>
        <p:spPr>
          <a:xfrm>
            <a:off x="4547650" y="6099585"/>
            <a:ext cx="383458" cy="393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A0549E2-75B4-9E77-8223-0B9A60DAF5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4318" y="1553037"/>
            <a:ext cx="10515600" cy="510340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cs-CZ" dirty="0"/>
              <a:t>Úvodní obrázek - </a:t>
            </a:r>
            <a:r>
              <a:rPr lang="cs-CZ" dirty="0">
                <a:hlinkClick r:id="rId2"/>
              </a:rPr>
              <a:t>https://www.alza.cz/gaming/pac-man-historie-hry</a:t>
            </a:r>
            <a:endParaRPr lang="cs-CZ" dirty="0"/>
          </a:p>
          <a:p>
            <a:pPr marL="0" indent="0">
              <a:buNone/>
            </a:pPr>
            <a:r>
              <a:rPr lang="cs-CZ" dirty="0"/>
              <a:t>Technologie:</a:t>
            </a:r>
          </a:p>
          <a:p>
            <a:pPr marL="0" indent="0">
              <a:buNone/>
            </a:pPr>
            <a:r>
              <a:rPr lang="cs-CZ" dirty="0">
                <a:hlinkClick r:id="rId3"/>
              </a:rPr>
              <a:t>https://www.svgrepo.com/vectors/</a:t>
            </a:r>
            <a:endParaRPr lang="cs-CZ" dirty="0"/>
          </a:p>
          <a:p>
            <a:pPr marL="0" indent="0">
              <a:buNone/>
            </a:pPr>
            <a:r>
              <a:rPr lang="cs-CZ" dirty="0">
                <a:hlinkClick r:id="rId4"/>
              </a:rPr>
              <a:t>https://www.clay.com/dossier/suno-funding</a:t>
            </a:r>
            <a:endParaRPr lang="cs-CZ" dirty="0"/>
          </a:p>
          <a:p>
            <a:pPr marL="0" indent="0">
              <a:buNone/>
            </a:pPr>
            <a:r>
              <a:rPr lang="cs-CZ" dirty="0">
                <a:hlinkClick r:id="rId5"/>
              </a:rPr>
              <a:t>https://github.com/piskelapp</a:t>
            </a:r>
            <a:endParaRPr lang="cs-CZ" dirty="0"/>
          </a:p>
          <a:p>
            <a:pPr marL="0" indent="0">
              <a:buNone/>
            </a:pPr>
            <a:r>
              <a:rPr lang="cs-CZ" dirty="0"/>
              <a:t>Ukázky jiných </a:t>
            </a:r>
            <a:r>
              <a:rPr lang="cs-CZ"/>
              <a:t>her:</a:t>
            </a:r>
            <a:r>
              <a:rPr lang="cs-CZ">
                <a:hlinkClick r:id="rId6"/>
              </a:rPr>
              <a:t> https</a:t>
            </a:r>
            <a:r>
              <a:rPr lang="cs-CZ" dirty="0">
                <a:hlinkClick r:id="rId6"/>
              </a:rPr>
              <a:t>://www.reddit.com/r/PixelArt/comments/9it96v/oc_pacman_multiplayer_revampredesign/?rdt=61387</a:t>
            </a:r>
            <a:endParaRPr lang="cs-CZ" dirty="0"/>
          </a:p>
          <a:p>
            <a:pPr marL="0" indent="0">
              <a:buNone/>
            </a:pPr>
            <a:r>
              <a:rPr lang="cs-CZ" dirty="0">
                <a:hlinkClick r:id="rId7"/>
              </a:rPr>
              <a:t>https://i.ytimg.com/vi/r_9hCUx8ScI/sddefault.jpg</a:t>
            </a:r>
            <a:endParaRPr lang="cs-CZ" dirty="0"/>
          </a:p>
          <a:p>
            <a:pPr marL="0" indent="0">
              <a:buNone/>
            </a:pPr>
            <a:r>
              <a:rPr lang="cs-CZ" dirty="0">
                <a:hlinkClick r:id="rId8"/>
              </a:rPr>
              <a:t>https://www.doublegames.tv/snowy-space-trip.html</a:t>
            </a:r>
            <a:endParaRPr lang="cs-CZ" dirty="0"/>
          </a:p>
          <a:p>
            <a:pPr marL="0" indent="0">
              <a:buNone/>
            </a:pPr>
            <a:r>
              <a:rPr lang="cs-CZ" dirty="0"/>
              <a:t>Poslední obrázek - </a:t>
            </a:r>
            <a:r>
              <a:rPr lang="cs-CZ" dirty="0">
                <a:hlinkClick r:id="rId9"/>
              </a:rPr>
              <a:t>https://chatgpt.com/</a:t>
            </a:r>
            <a:endParaRPr lang="cs-CZ" dirty="0"/>
          </a:p>
          <a:p>
            <a:pPr marL="0" indent="0">
              <a:buNone/>
            </a:pPr>
            <a:r>
              <a:rPr lang="cs-CZ" dirty="0"/>
              <a:t>Ostatní obrázky – Ročníková práce</a:t>
            </a:r>
          </a:p>
          <a:p>
            <a:pPr marL="0" indent="0">
              <a:buNone/>
            </a:pPr>
            <a:endParaRPr lang="cs-CZ" dirty="0"/>
          </a:p>
        </p:txBody>
      </p:sp>
      <p:pic>
        <p:nvPicPr>
          <p:cNvPr id="9" name="Graphic 8" descr="Research with solid fill">
            <a:extLst>
              <a:ext uri="{FF2B5EF4-FFF2-40B4-BE49-F238E27FC236}">
                <a16:creationId xmlns:a16="http://schemas.microsoft.com/office/drawing/2014/main" id="{E63E2437-34DB-2257-F285-2CB1B6E5FD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502" y="594393"/>
            <a:ext cx="786580" cy="786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3275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Obrázek 3" descr="Obsah obrázku oblečení, osoba, Módní doplňky, Lidská tvář&#10;&#10;Obsah vygenerovaný umělou inteligencí může být nesprávný.">
            <a:extLst>
              <a:ext uri="{FF2B5EF4-FFF2-40B4-BE49-F238E27FC236}">
                <a16:creationId xmlns:a16="http://schemas.microsoft.com/office/drawing/2014/main" id="{B525B393-F9E6-DD70-96C3-0787E10D198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8438" b="35313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B7FF1059-6926-A0BB-3675-D1E088F4A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>
                <a:solidFill>
                  <a:srgbClr val="FFFFFF"/>
                </a:solidFill>
              </a:rPr>
              <a:t>Děkuji za pozornost</a:t>
            </a:r>
          </a:p>
        </p:txBody>
      </p:sp>
    </p:spTree>
    <p:extLst>
      <p:ext uri="{BB962C8B-B14F-4D97-AF65-F5344CB8AC3E}">
        <p14:creationId xmlns:p14="http://schemas.microsoft.com/office/powerpoint/2010/main" val="17034846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Motiv systému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Kancelář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1069</TotalTime>
  <Words>182</Words>
  <Application>Microsoft Office PowerPoint</Application>
  <PresentationFormat>Širokoúhlá obrazovka</PresentationFormat>
  <Paragraphs>48</Paragraphs>
  <Slides>23</Slides>
  <Notes>0</Notes>
  <HiddenSlides>0</HiddenSlides>
  <MMClips>0</MMClips>
  <ScaleCrop>false</ScaleCrop>
  <HeadingPairs>
    <vt:vector size="4" baseType="variant">
      <vt:variant>
        <vt:lpstr>Motiv</vt:lpstr>
      </vt:variant>
      <vt:variant>
        <vt:i4>1</vt:i4>
      </vt:variant>
      <vt:variant>
        <vt:lpstr>Nadpisy snímků</vt:lpstr>
      </vt:variant>
      <vt:variant>
        <vt:i4>23</vt:i4>
      </vt:variant>
    </vt:vector>
  </HeadingPairs>
  <TitlesOfParts>
    <vt:vector size="24" baseType="lpstr">
      <vt:lpstr>Motiv systému Office</vt:lpstr>
      <vt:lpstr>Pac-Man</vt:lpstr>
      <vt:lpstr>Obsah</vt:lpstr>
      <vt:lpstr>  Úvod</vt:lpstr>
      <vt:lpstr> Použité technologie</vt:lpstr>
      <vt:lpstr> Použité technologie</vt:lpstr>
      <vt:lpstr>Průběh hry</vt:lpstr>
      <vt:lpstr>Průběh hry</vt:lpstr>
      <vt:lpstr>Herní mapy</vt:lpstr>
      <vt:lpstr>Herní mapy</vt:lpstr>
      <vt:lpstr>Herní mapy</vt:lpstr>
      <vt:lpstr>Speciální schopnosti</vt:lpstr>
      <vt:lpstr>Pac-man</vt:lpstr>
      <vt:lpstr>Pac-man</vt:lpstr>
      <vt:lpstr>Pac-man</vt:lpstr>
      <vt:lpstr>Duchové</vt:lpstr>
      <vt:lpstr>Duchové</vt:lpstr>
      <vt:lpstr>Duchové</vt:lpstr>
      <vt:lpstr>Duchové</vt:lpstr>
      <vt:lpstr>Duchové</vt:lpstr>
      <vt:lpstr>Problematika</vt:lpstr>
      <vt:lpstr>Závěr + návrhy ke zlepšení</vt:lpstr>
      <vt:lpstr>Zdroje</vt:lpstr>
      <vt:lpstr>Děkuji za pozornost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Ondřej Fíla</cp:lastModifiedBy>
  <cp:revision>146</cp:revision>
  <dcterms:created xsi:type="dcterms:W3CDTF">2025-04-07T16:31:54Z</dcterms:created>
  <dcterms:modified xsi:type="dcterms:W3CDTF">2026-04-10T11:08:01Z</dcterms:modified>
</cp:coreProperties>
</file>